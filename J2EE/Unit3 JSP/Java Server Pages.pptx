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  <p:sldMasterId id="2147483662" r:id="rId7"/>
    <p:sldMasterId id="2147483663" r:id="rId8"/>
    <p:sldMasterId id="2147483664" r:id="rId9"/>
    <p:sldMasterId id="2147483665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  <p:sldId id="351" r:id="rId108"/>
    <p:sldId id="352" r:id="rId109"/>
    <p:sldId id="353" r:id="rId110"/>
    <p:sldId id="354" r:id="rId111"/>
    <p:sldId id="355" r:id="rId112"/>
    <p:sldId id="356" r:id="rId113"/>
    <p:sldId id="357" r:id="rId114"/>
    <p:sldId id="358" r:id="rId115"/>
    <p:sldId id="359" r:id="rId116"/>
    <p:sldId id="360" r:id="rId117"/>
    <p:sldId id="361" r:id="rId118"/>
    <p:sldId id="362" r:id="rId119"/>
    <p:sldId id="363" r:id="rId120"/>
    <p:sldId id="364" r:id="rId121"/>
    <p:sldId id="365" r:id="rId122"/>
    <p:sldId id="366" r:id="rId123"/>
    <p:sldId id="367" r:id="rId124"/>
    <p:sldId id="368" r:id="rId125"/>
    <p:sldId id="369" r:id="rId126"/>
    <p:sldId id="370" r:id="rId127"/>
    <p:sldId id="371" r:id="rId128"/>
    <p:sldId id="372" r:id="rId129"/>
    <p:sldId id="373" r:id="rId130"/>
    <p:sldId id="374" r:id="rId131"/>
    <p:sldId id="375" r:id="rId132"/>
    <p:sldId id="376" r:id="rId133"/>
    <p:sldId id="377" r:id="rId134"/>
    <p:sldId id="378" r:id="rId135"/>
    <p:sldId id="379" r:id="rId136"/>
    <p:sldId id="380" r:id="rId137"/>
    <p:sldId id="381" r:id="rId138"/>
    <p:sldId id="382" r:id="rId139"/>
    <p:sldId id="383" r:id="rId140"/>
    <p:sldId id="384" r:id="rId141"/>
    <p:sldId id="385" r:id="rId142"/>
    <p:sldId id="386" r:id="rId143"/>
    <p:sldId id="387" r:id="rId144"/>
    <p:sldId id="388" r:id="rId145"/>
    <p:sldId id="389" r:id="rId146"/>
    <p:sldId id="390" r:id="rId147"/>
    <p:sldId id="391" r:id="rId148"/>
    <p:sldId id="392" r:id="rId149"/>
    <p:sldId id="393" r:id="rId150"/>
    <p:sldId id="394" r:id="rId151"/>
    <p:sldId id="395" r:id="rId152"/>
    <p:sldId id="396" r:id="rId153"/>
    <p:sldId id="397" r:id="rId154"/>
    <p:sldId id="398" r:id="rId155"/>
    <p:sldId id="399" r:id="rId156"/>
    <p:sldId id="400" r:id="rId157"/>
  </p:sldIdLst>
  <p:sldSz cy="6858000" cx="9144000"/>
  <p:notesSz cx="6858000" cy="9144000"/>
  <p:embeddedFontLst>
    <p:embeddedFont>
      <p:font typeface="Libre Franklin"/>
      <p:regular r:id="rId158"/>
      <p:bold r:id="rId159"/>
      <p:italic r:id="rId160"/>
      <p:boldItalic r:id="rId1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CFC8C0-F747-4F0A-B0C5-3A1A7B51A53C}">
  <a:tblStyle styleId="{3ACFC8C0-F747-4F0A-B0C5-3A1A7B51A5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07" Type="http://schemas.openxmlformats.org/officeDocument/2006/relationships/slide" Target="slides/slide95.xml"/><Relationship Id="rId106" Type="http://schemas.openxmlformats.org/officeDocument/2006/relationships/slide" Target="slides/slide94.xml"/><Relationship Id="rId105" Type="http://schemas.openxmlformats.org/officeDocument/2006/relationships/slide" Target="slides/slide93.xml"/><Relationship Id="rId104" Type="http://schemas.openxmlformats.org/officeDocument/2006/relationships/slide" Target="slides/slide92.xml"/><Relationship Id="rId109" Type="http://schemas.openxmlformats.org/officeDocument/2006/relationships/slide" Target="slides/slide97.xml"/><Relationship Id="rId108" Type="http://schemas.openxmlformats.org/officeDocument/2006/relationships/slide" Target="slides/slide96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103" Type="http://schemas.openxmlformats.org/officeDocument/2006/relationships/slide" Target="slides/slide91.xml"/><Relationship Id="rId102" Type="http://schemas.openxmlformats.org/officeDocument/2006/relationships/slide" Target="slides/slide90.xml"/><Relationship Id="rId101" Type="http://schemas.openxmlformats.org/officeDocument/2006/relationships/slide" Target="slides/slide89.xml"/><Relationship Id="rId100" Type="http://schemas.openxmlformats.org/officeDocument/2006/relationships/slide" Target="slides/slide88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29" Type="http://schemas.openxmlformats.org/officeDocument/2006/relationships/slide" Target="slides/slide117.xml"/><Relationship Id="rId128" Type="http://schemas.openxmlformats.org/officeDocument/2006/relationships/slide" Target="slides/slide116.xml"/><Relationship Id="rId127" Type="http://schemas.openxmlformats.org/officeDocument/2006/relationships/slide" Target="slides/slide115.xml"/><Relationship Id="rId126" Type="http://schemas.openxmlformats.org/officeDocument/2006/relationships/slide" Target="slides/slide114.xml"/><Relationship Id="rId26" Type="http://schemas.openxmlformats.org/officeDocument/2006/relationships/slide" Target="slides/slide14.xml"/><Relationship Id="rId121" Type="http://schemas.openxmlformats.org/officeDocument/2006/relationships/slide" Target="slides/slide109.xml"/><Relationship Id="rId25" Type="http://schemas.openxmlformats.org/officeDocument/2006/relationships/slide" Target="slides/slide13.xml"/><Relationship Id="rId120" Type="http://schemas.openxmlformats.org/officeDocument/2006/relationships/slide" Target="slides/slide108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125" Type="http://schemas.openxmlformats.org/officeDocument/2006/relationships/slide" Target="slides/slide113.xml"/><Relationship Id="rId29" Type="http://schemas.openxmlformats.org/officeDocument/2006/relationships/slide" Target="slides/slide17.xml"/><Relationship Id="rId124" Type="http://schemas.openxmlformats.org/officeDocument/2006/relationships/slide" Target="slides/slide112.xml"/><Relationship Id="rId123" Type="http://schemas.openxmlformats.org/officeDocument/2006/relationships/slide" Target="slides/slide111.xml"/><Relationship Id="rId122" Type="http://schemas.openxmlformats.org/officeDocument/2006/relationships/slide" Target="slides/slide110.xml"/><Relationship Id="rId95" Type="http://schemas.openxmlformats.org/officeDocument/2006/relationships/slide" Target="slides/slide83.xml"/><Relationship Id="rId94" Type="http://schemas.openxmlformats.org/officeDocument/2006/relationships/slide" Target="slides/slide82.xml"/><Relationship Id="rId97" Type="http://schemas.openxmlformats.org/officeDocument/2006/relationships/slide" Target="slides/slide85.xml"/><Relationship Id="rId96" Type="http://schemas.openxmlformats.org/officeDocument/2006/relationships/slide" Target="slides/slide84.xml"/><Relationship Id="rId11" Type="http://schemas.openxmlformats.org/officeDocument/2006/relationships/slideMaster" Target="slideMasters/slideMaster7.xml"/><Relationship Id="rId99" Type="http://schemas.openxmlformats.org/officeDocument/2006/relationships/slide" Target="slides/slide87.xml"/><Relationship Id="rId10" Type="http://schemas.openxmlformats.org/officeDocument/2006/relationships/slideMaster" Target="slideMasters/slideMaster6.xml"/><Relationship Id="rId98" Type="http://schemas.openxmlformats.org/officeDocument/2006/relationships/slide" Target="slides/slide86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91" Type="http://schemas.openxmlformats.org/officeDocument/2006/relationships/slide" Target="slides/slide79.xml"/><Relationship Id="rId90" Type="http://schemas.openxmlformats.org/officeDocument/2006/relationships/slide" Target="slides/slide78.xml"/><Relationship Id="rId93" Type="http://schemas.openxmlformats.org/officeDocument/2006/relationships/slide" Target="slides/slide81.xml"/><Relationship Id="rId92" Type="http://schemas.openxmlformats.org/officeDocument/2006/relationships/slide" Target="slides/slide80.xml"/><Relationship Id="rId118" Type="http://schemas.openxmlformats.org/officeDocument/2006/relationships/slide" Target="slides/slide106.xml"/><Relationship Id="rId117" Type="http://schemas.openxmlformats.org/officeDocument/2006/relationships/slide" Target="slides/slide105.xml"/><Relationship Id="rId116" Type="http://schemas.openxmlformats.org/officeDocument/2006/relationships/slide" Target="slides/slide104.xml"/><Relationship Id="rId115" Type="http://schemas.openxmlformats.org/officeDocument/2006/relationships/slide" Target="slides/slide103.xml"/><Relationship Id="rId119" Type="http://schemas.openxmlformats.org/officeDocument/2006/relationships/slide" Target="slides/slide107.xml"/><Relationship Id="rId15" Type="http://schemas.openxmlformats.org/officeDocument/2006/relationships/slide" Target="slides/slide3.xml"/><Relationship Id="rId110" Type="http://schemas.openxmlformats.org/officeDocument/2006/relationships/slide" Target="slides/slide98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14" Type="http://schemas.openxmlformats.org/officeDocument/2006/relationships/slide" Target="slides/slide102.xml"/><Relationship Id="rId18" Type="http://schemas.openxmlformats.org/officeDocument/2006/relationships/slide" Target="slides/slide6.xml"/><Relationship Id="rId113" Type="http://schemas.openxmlformats.org/officeDocument/2006/relationships/slide" Target="slides/slide101.xml"/><Relationship Id="rId112" Type="http://schemas.openxmlformats.org/officeDocument/2006/relationships/slide" Target="slides/slide100.xml"/><Relationship Id="rId111" Type="http://schemas.openxmlformats.org/officeDocument/2006/relationships/slide" Target="slides/slide99.xml"/><Relationship Id="rId84" Type="http://schemas.openxmlformats.org/officeDocument/2006/relationships/slide" Target="slides/slide72.xml"/><Relationship Id="rId83" Type="http://schemas.openxmlformats.org/officeDocument/2006/relationships/slide" Target="slides/slide71.xml"/><Relationship Id="rId86" Type="http://schemas.openxmlformats.org/officeDocument/2006/relationships/slide" Target="slides/slide74.xml"/><Relationship Id="rId85" Type="http://schemas.openxmlformats.org/officeDocument/2006/relationships/slide" Target="slides/slide73.xml"/><Relationship Id="rId88" Type="http://schemas.openxmlformats.org/officeDocument/2006/relationships/slide" Target="slides/slide76.xml"/><Relationship Id="rId150" Type="http://schemas.openxmlformats.org/officeDocument/2006/relationships/slide" Target="slides/slide138.xml"/><Relationship Id="rId87" Type="http://schemas.openxmlformats.org/officeDocument/2006/relationships/slide" Target="slides/slide75.xml"/><Relationship Id="rId89" Type="http://schemas.openxmlformats.org/officeDocument/2006/relationships/slide" Target="slides/slide77.xml"/><Relationship Id="rId80" Type="http://schemas.openxmlformats.org/officeDocument/2006/relationships/slide" Target="slides/slide68.xml"/><Relationship Id="rId82" Type="http://schemas.openxmlformats.org/officeDocument/2006/relationships/slide" Target="slides/slide70.xml"/><Relationship Id="rId81" Type="http://schemas.openxmlformats.org/officeDocument/2006/relationships/slide" Target="slides/slide69.xml"/><Relationship Id="rId1" Type="http://schemas.openxmlformats.org/officeDocument/2006/relationships/theme" Target="theme/theme8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37.xml"/><Relationship Id="rId4" Type="http://schemas.openxmlformats.org/officeDocument/2006/relationships/tableStyles" Target="tableStyles.xml"/><Relationship Id="rId148" Type="http://schemas.openxmlformats.org/officeDocument/2006/relationships/slide" Target="slides/slide136.xml"/><Relationship Id="rId9" Type="http://schemas.openxmlformats.org/officeDocument/2006/relationships/slideMaster" Target="slideMasters/slideMaster5.xml"/><Relationship Id="rId143" Type="http://schemas.openxmlformats.org/officeDocument/2006/relationships/slide" Target="slides/slide131.xml"/><Relationship Id="rId142" Type="http://schemas.openxmlformats.org/officeDocument/2006/relationships/slide" Target="slides/slide130.xml"/><Relationship Id="rId141" Type="http://schemas.openxmlformats.org/officeDocument/2006/relationships/slide" Target="slides/slide129.xml"/><Relationship Id="rId140" Type="http://schemas.openxmlformats.org/officeDocument/2006/relationships/slide" Target="slides/slide128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35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4.xml"/><Relationship Id="rId7" Type="http://schemas.openxmlformats.org/officeDocument/2006/relationships/slideMaster" Target="slideMasters/slideMaster3.xml"/><Relationship Id="rId145" Type="http://schemas.openxmlformats.org/officeDocument/2006/relationships/slide" Target="slides/slide133.xml"/><Relationship Id="rId8" Type="http://schemas.openxmlformats.org/officeDocument/2006/relationships/slideMaster" Target="slideMasters/slideMaster4.xml"/><Relationship Id="rId144" Type="http://schemas.openxmlformats.org/officeDocument/2006/relationships/slide" Target="slides/slide132.xml"/><Relationship Id="rId73" Type="http://schemas.openxmlformats.org/officeDocument/2006/relationships/slide" Target="slides/slide61.xml"/><Relationship Id="rId72" Type="http://schemas.openxmlformats.org/officeDocument/2006/relationships/slide" Target="slides/slide60.xml"/><Relationship Id="rId75" Type="http://schemas.openxmlformats.org/officeDocument/2006/relationships/slide" Target="slides/slide63.xml"/><Relationship Id="rId74" Type="http://schemas.openxmlformats.org/officeDocument/2006/relationships/slide" Target="slides/slide62.xml"/><Relationship Id="rId77" Type="http://schemas.openxmlformats.org/officeDocument/2006/relationships/slide" Target="slides/slide65.xml"/><Relationship Id="rId76" Type="http://schemas.openxmlformats.org/officeDocument/2006/relationships/slide" Target="slides/slide64.xml"/><Relationship Id="rId79" Type="http://schemas.openxmlformats.org/officeDocument/2006/relationships/slide" Target="slides/slide67.xml"/><Relationship Id="rId78" Type="http://schemas.openxmlformats.org/officeDocument/2006/relationships/slide" Target="slides/slide66.xml"/><Relationship Id="rId71" Type="http://schemas.openxmlformats.org/officeDocument/2006/relationships/slide" Target="slides/slide59.xml"/><Relationship Id="rId70" Type="http://schemas.openxmlformats.org/officeDocument/2006/relationships/slide" Target="slides/slide58.xml"/><Relationship Id="rId139" Type="http://schemas.openxmlformats.org/officeDocument/2006/relationships/slide" Target="slides/slide127.xml"/><Relationship Id="rId138" Type="http://schemas.openxmlformats.org/officeDocument/2006/relationships/slide" Target="slides/slide126.xml"/><Relationship Id="rId137" Type="http://schemas.openxmlformats.org/officeDocument/2006/relationships/slide" Target="slides/slide125.xml"/><Relationship Id="rId132" Type="http://schemas.openxmlformats.org/officeDocument/2006/relationships/slide" Target="slides/slide120.xml"/><Relationship Id="rId131" Type="http://schemas.openxmlformats.org/officeDocument/2006/relationships/slide" Target="slides/slide119.xml"/><Relationship Id="rId130" Type="http://schemas.openxmlformats.org/officeDocument/2006/relationships/slide" Target="slides/slide118.xml"/><Relationship Id="rId136" Type="http://schemas.openxmlformats.org/officeDocument/2006/relationships/slide" Target="slides/slide124.xml"/><Relationship Id="rId135" Type="http://schemas.openxmlformats.org/officeDocument/2006/relationships/slide" Target="slides/slide123.xml"/><Relationship Id="rId134" Type="http://schemas.openxmlformats.org/officeDocument/2006/relationships/slide" Target="slides/slide122.xml"/><Relationship Id="rId133" Type="http://schemas.openxmlformats.org/officeDocument/2006/relationships/slide" Target="slides/slide121.xml"/><Relationship Id="rId62" Type="http://schemas.openxmlformats.org/officeDocument/2006/relationships/slide" Target="slides/slide50.xml"/><Relationship Id="rId61" Type="http://schemas.openxmlformats.org/officeDocument/2006/relationships/slide" Target="slides/slide49.xml"/><Relationship Id="rId64" Type="http://schemas.openxmlformats.org/officeDocument/2006/relationships/slide" Target="slides/slide52.xml"/><Relationship Id="rId63" Type="http://schemas.openxmlformats.org/officeDocument/2006/relationships/slide" Target="slides/slide51.xml"/><Relationship Id="rId66" Type="http://schemas.openxmlformats.org/officeDocument/2006/relationships/slide" Target="slides/slide54.xml"/><Relationship Id="rId65" Type="http://schemas.openxmlformats.org/officeDocument/2006/relationships/slide" Target="slides/slide53.xml"/><Relationship Id="rId68" Type="http://schemas.openxmlformats.org/officeDocument/2006/relationships/slide" Target="slides/slide56.xml"/><Relationship Id="rId67" Type="http://schemas.openxmlformats.org/officeDocument/2006/relationships/slide" Target="slides/slide55.xml"/><Relationship Id="rId60" Type="http://schemas.openxmlformats.org/officeDocument/2006/relationships/slide" Target="slides/slide48.xml"/><Relationship Id="rId69" Type="http://schemas.openxmlformats.org/officeDocument/2006/relationships/slide" Target="slides/slide5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55" Type="http://schemas.openxmlformats.org/officeDocument/2006/relationships/slide" Target="slides/slide43.xml"/><Relationship Id="rId161" Type="http://schemas.openxmlformats.org/officeDocument/2006/relationships/font" Target="fonts/LibreFranklin-boldItalic.fntdata"/><Relationship Id="rId54" Type="http://schemas.openxmlformats.org/officeDocument/2006/relationships/slide" Target="slides/slide42.xml"/><Relationship Id="rId160" Type="http://schemas.openxmlformats.org/officeDocument/2006/relationships/font" Target="fonts/LibreFranklin-italic.fntdata"/><Relationship Id="rId57" Type="http://schemas.openxmlformats.org/officeDocument/2006/relationships/slide" Target="slides/slide45.xml"/><Relationship Id="rId56" Type="http://schemas.openxmlformats.org/officeDocument/2006/relationships/slide" Target="slides/slide44.xml"/><Relationship Id="rId159" Type="http://schemas.openxmlformats.org/officeDocument/2006/relationships/font" Target="fonts/LibreFranklin-bold.fntdata"/><Relationship Id="rId59" Type="http://schemas.openxmlformats.org/officeDocument/2006/relationships/slide" Target="slides/slide47.xml"/><Relationship Id="rId154" Type="http://schemas.openxmlformats.org/officeDocument/2006/relationships/slide" Target="slides/slide142.xml"/><Relationship Id="rId58" Type="http://schemas.openxmlformats.org/officeDocument/2006/relationships/slide" Target="slides/slide46.xml"/><Relationship Id="rId153" Type="http://schemas.openxmlformats.org/officeDocument/2006/relationships/slide" Target="slides/slide141.xml"/><Relationship Id="rId152" Type="http://schemas.openxmlformats.org/officeDocument/2006/relationships/slide" Target="slides/slide140.xml"/><Relationship Id="rId151" Type="http://schemas.openxmlformats.org/officeDocument/2006/relationships/slide" Target="slides/slide139.xml"/><Relationship Id="rId158" Type="http://schemas.openxmlformats.org/officeDocument/2006/relationships/font" Target="fonts/LibreFranklin-regular.fntdata"/><Relationship Id="rId157" Type="http://schemas.openxmlformats.org/officeDocument/2006/relationships/slide" Target="slides/slide145.xml"/><Relationship Id="rId156" Type="http://schemas.openxmlformats.org/officeDocument/2006/relationships/slide" Target="slides/slide144.xml"/><Relationship Id="rId155" Type="http://schemas.openxmlformats.org/officeDocument/2006/relationships/slide" Target="slides/slide14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5" name="Google Shape;43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7" name="Google Shape;54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84" name="Google Shape;58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12" name="Google Shape;612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48" name="Google Shape;64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7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55" name="Google Shape;655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18" name="Google Shape;71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8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429064" y="3337560"/>
            <a:ext cx="6480048" cy="230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cap="none">
                <a:solidFill>
                  <a:srgbClr val="9FD4E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33050" y="1544812"/>
            <a:ext cx="648004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45700" wrap="square" tIns="0">
            <a:noAutofit/>
          </a:bodyPr>
          <a:lstStyle>
            <a:lvl1pPr lvl="0" algn="r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1928019" y="129381"/>
            <a:ext cx="4525962" cy="7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320"/>
            <a:ext cx="74706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57200" y="1600200"/>
            <a:ext cx="365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54330" lvl="1" marL="914400" algn="l">
              <a:spcBef>
                <a:spcPts val="440"/>
              </a:spcBef>
              <a:spcAft>
                <a:spcPts val="0"/>
              </a:spcAft>
              <a:buSzPts val="1980"/>
              <a:buChar char="⚫"/>
              <a:defRPr sz="22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31469" lvl="3" marL="18288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267200" y="1600200"/>
            <a:ext cx="365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54330" lvl="1" marL="914400" algn="l">
              <a:spcBef>
                <a:spcPts val="440"/>
              </a:spcBef>
              <a:spcAft>
                <a:spcPts val="0"/>
              </a:spcAft>
              <a:buSzPts val="1980"/>
              <a:buChar char="⚫"/>
              <a:defRPr sz="22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31469" lvl="3" marL="182880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685800" y="3583837"/>
            <a:ext cx="6629400" cy="182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D4E6"/>
              </a:buClr>
              <a:buSzPts val="4200"/>
              <a:buFont typeface="Libre Franklin"/>
              <a:buNone/>
              <a:defRPr b="1" sz="4200" cap="none">
                <a:solidFill>
                  <a:srgbClr val="9FD4E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685800" y="2485800"/>
            <a:ext cx="6629400" cy="10666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5486400"/>
            <a:ext cx="404018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4645025" y="5486400"/>
            <a:ext cx="40417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3" type="body"/>
          </p:nvPr>
        </p:nvSpPr>
        <p:spPr>
          <a:xfrm>
            <a:off x="457200" y="1516912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320039" lvl="3" marL="1828800" algn="l">
              <a:spcBef>
                <a:spcPts val="320"/>
              </a:spcBef>
              <a:spcAft>
                <a:spcPts val="0"/>
              </a:spcAft>
              <a:buSzPts val="1440"/>
              <a:buChar char="⚫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-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4" type="body"/>
          </p:nvPr>
        </p:nvSpPr>
        <p:spPr>
          <a:xfrm>
            <a:off x="4645025" y="1516912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320039" lvl="3" marL="1828800" algn="l">
              <a:spcBef>
                <a:spcPts val="320"/>
              </a:spcBef>
              <a:spcAft>
                <a:spcPts val="0"/>
              </a:spcAft>
              <a:buSzPts val="1440"/>
              <a:buChar char="⚫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-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1185528"/>
            <a:ext cx="3200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bre Franklin"/>
              <a:buNone/>
              <a:defRPr b="1" sz="1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214424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2" type="body"/>
          </p:nvPr>
        </p:nvSpPr>
        <p:spPr>
          <a:xfrm>
            <a:off x="457200" y="1981200"/>
            <a:ext cx="7086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560"/>
              </a:spcBef>
              <a:spcAft>
                <a:spcPts val="0"/>
              </a:spcAft>
              <a:buSzPts val="2240"/>
              <a:buChar char="⦿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⚫"/>
              <a:defRPr sz="2400"/>
            </a:lvl2pPr>
            <a:lvl3pPr indent="-347344" lvl="2" marL="1371600" algn="l">
              <a:spcBef>
                <a:spcPts val="440"/>
              </a:spcBef>
              <a:spcAft>
                <a:spcPts val="0"/>
              </a:spcAft>
              <a:buSzPts val="1870"/>
              <a:buChar char="○"/>
              <a:defRPr sz="2200"/>
            </a:lvl3pPr>
            <a:lvl4pPr indent="-342900" lvl="3" marL="182880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-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156575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5556732" y="1705709"/>
            <a:ext cx="3053868" cy="1253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ibre Franklin"/>
              <a:buNone/>
              <a:defRPr b="1" sz="2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/>
          <p:nvPr>
            <p:ph idx="2" type="pic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rgbClr val="2B2B2B"/>
          </a:solidFill>
          <a:ln cap="flat" cmpd="sng" w="508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000" sx="-80000" rotWithShape="0" dir="5400000" dist="345000" sy="-18000">
              <a:srgbClr val="000000">
                <a:alpha val="2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5556734" y="2998765"/>
            <a:ext cx="3053866" cy="2663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960"/>
              <a:buFont typeface="Arial"/>
              <a:buNone/>
              <a:defRPr sz="12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5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81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42424"/>
            </a:gs>
            <a:gs pos="30000">
              <a:srgbClr val="2D2D2D"/>
            </a:gs>
            <a:gs pos="100000">
              <a:srgbClr val="7D7D7D"/>
            </a:gs>
          </a:gsLst>
          <a:lin ang="1296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4705"/>
            </a:srgbClr>
          </a:solidFill>
          <a:ln>
            <a:noFill/>
          </a:ln>
          <a:effectLst>
            <a:outerShdw blurRad="63500" dir="16200000" dist="4445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105525" y="0"/>
            <a:ext cx="3038475" cy="6858000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95959">
              <a:alpha val="39607"/>
            </a:srgbClr>
          </a:solidFill>
          <a:ln>
            <a:noFill/>
          </a:ln>
          <a:effectLst>
            <a:outerShdw blurRad="63500" dir="10800000" dist="508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4705"/>
            </a:srgbClr>
          </a:solidFill>
          <a:ln>
            <a:noFill/>
          </a:ln>
          <a:effectLst>
            <a:outerShdw blurRad="63500" dir="16200000" dist="4445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00" y="0"/>
            <a:ext cx="1828800" cy="6858000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95959">
              <a:alpha val="39607"/>
            </a:srgbClr>
          </a:solidFill>
          <a:ln>
            <a:noFill/>
          </a:ln>
          <a:effectLst>
            <a:outerShdw blurRad="63500" dir="10800000" dist="508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4705"/>
            </a:srgbClr>
          </a:solidFill>
          <a:ln>
            <a:noFill/>
          </a:ln>
          <a:effectLst>
            <a:outerShdw blurRad="63500" dir="16200000" dist="4445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7315200" y="0"/>
            <a:ext cx="1828800" cy="6858000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95959">
              <a:alpha val="39607"/>
            </a:srgbClr>
          </a:solidFill>
          <a:ln>
            <a:noFill/>
          </a:ln>
          <a:effectLst>
            <a:outerShdw blurRad="63500" dir="10800000" dist="508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42424"/>
            </a:gs>
            <a:gs pos="30000">
              <a:srgbClr val="2D2D2D"/>
            </a:gs>
            <a:gs pos="100000">
              <a:srgbClr val="7D7D7D"/>
            </a:gs>
          </a:gsLst>
          <a:lin ang="12960000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4705"/>
            </a:srgbClr>
          </a:solidFill>
          <a:ln>
            <a:noFill/>
          </a:ln>
          <a:effectLst>
            <a:outerShdw blurRad="63500" dir="16200000" dist="4445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6105525" y="0"/>
            <a:ext cx="3038475" cy="6858000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95959">
              <a:alpha val="39607"/>
            </a:srgbClr>
          </a:solidFill>
          <a:ln>
            <a:noFill/>
          </a:ln>
          <a:effectLst>
            <a:outerShdw blurRad="63500" dir="10800000" dist="508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4705"/>
            </a:srgbClr>
          </a:solidFill>
          <a:ln>
            <a:noFill/>
          </a:ln>
          <a:effectLst>
            <a:outerShdw blurRad="63500" dir="16200000" dist="4445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315200" y="0"/>
            <a:ext cx="1828800" cy="6858000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95959">
              <a:alpha val="39607"/>
            </a:srgbClr>
          </a:solidFill>
          <a:ln>
            <a:noFill/>
          </a:ln>
          <a:effectLst>
            <a:outerShdw blurRad="63500" dir="10800000" dist="508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156575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7467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0" type="dt"/>
          </p:nvPr>
        </p:nvSpPr>
        <p:spPr>
          <a:xfrm>
            <a:off x="457200" y="64214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1" type="ftr"/>
          </p:nvPr>
        </p:nvSpPr>
        <p:spPr>
          <a:xfrm>
            <a:off x="3124200" y="6421437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153400" y="6421437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A98"/>
              </a:buClr>
              <a:buSzPts val="1000"/>
              <a:buFont typeface="Arial"/>
              <a:buNone/>
              <a:defRPr b="0" i="0" sz="1000" u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Relationship Id="rId4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Relationship Id="rId4" Type="http://schemas.openxmlformats.org/officeDocument/2006/relationships/image" Target="../media/image6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73.png"/><Relationship Id="rId6" Type="http://schemas.openxmlformats.org/officeDocument/2006/relationships/image" Target="../media/image75.png"/><Relationship Id="rId7" Type="http://schemas.openxmlformats.org/officeDocument/2006/relationships/image" Target="../media/image7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7.png"/><Relationship Id="rId4" Type="http://schemas.openxmlformats.org/officeDocument/2006/relationships/image" Target="../media/image86.png"/><Relationship Id="rId5" Type="http://schemas.openxmlformats.org/officeDocument/2006/relationships/image" Target="../media/image8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9.png"/><Relationship Id="rId4" Type="http://schemas.openxmlformats.org/officeDocument/2006/relationships/image" Target="../media/image8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9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0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0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7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3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50.png"/><Relationship Id="rId4" Type="http://schemas.openxmlformats.org/officeDocument/2006/relationships/image" Target="../media/image106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05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0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4.png"/><Relationship Id="rId4" Type="http://schemas.openxmlformats.org/officeDocument/2006/relationships/image" Target="../media/image10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24.png"/><Relationship Id="rId4" Type="http://schemas.openxmlformats.org/officeDocument/2006/relationships/image" Target="../media/image127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10.png"/><Relationship Id="rId4" Type="http://schemas.openxmlformats.org/officeDocument/2006/relationships/image" Target="../media/image11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22.png"/><Relationship Id="rId4" Type="http://schemas.openxmlformats.org/officeDocument/2006/relationships/image" Target="../media/image13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20.png"/><Relationship Id="rId4" Type="http://schemas.openxmlformats.org/officeDocument/2006/relationships/image" Target="../media/image129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23.png"/><Relationship Id="rId4" Type="http://schemas.openxmlformats.org/officeDocument/2006/relationships/image" Target="../media/image141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39.png"/><Relationship Id="rId4" Type="http://schemas.openxmlformats.org/officeDocument/2006/relationships/image" Target="../media/image3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32.png"/><Relationship Id="rId4" Type="http://schemas.openxmlformats.org/officeDocument/2006/relationships/image" Target="../media/image12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32.png"/><Relationship Id="rId4" Type="http://schemas.openxmlformats.org/officeDocument/2006/relationships/image" Target="../media/image126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33.png"/><Relationship Id="rId4" Type="http://schemas.openxmlformats.org/officeDocument/2006/relationships/image" Target="../media/image3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34.png"/><Relationship Id="rId4" Type="http://schemas.openxmlformats.org/officeDocument/2006/relationships/image" Target="../media/image140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34.png"/><Relationship Id="rId4" Type="http://schemas.openxmlformats.org/officeDocument/2006/relationships/image" Target="../media/image13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25.png"/><Relationship Id="rId4" Type="http://schemas.openxmlformats.org/officeDocument/2006/relationships/image" Target="../media/image14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35.png"/><Relationship Id="rId4" Type="http://schemas.openxmlformats.org/officeDocument/2006/relationships/image" Target="../media/image152.png"/><Relationship Id="rId5" Type="http://schemas.openxmlformats.org/officeDocument/2006/relationships/image" Target="../media/image12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30.png"/><Relationship Id="rId4" Type="http://schemas.openxmlformats.org/officeDocument/2006/relationships/image" Target="../media/image142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.png"/><Relationship Id="rId4" Type="http://schemas.openxmlformats.org/officeDocument/2006/relationships/image" Target="../media/image149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66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63.png"/><Relationship Id="rId4" Type="http://schemas.openxmlformats.org/officeDocument/2006/relationships/image" Target="../media/image153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43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37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48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38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45.png"/><Relationship Id="rId4" Type="http://schemas.openxmlformats.org/officeDocument/2006/relationships/image" Target="../media/image33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58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56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47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46.png"/><Relationship Id="rId4" Type="http://schemas.openxmlformats.org/officeDocument/2006/relationships/image" Target="../media/image154.png"/><Relationship Id="rId5" Type="http://schemas.openxmlformats.org/officeDocument/2006/relationships/image" Target="../media/image162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51.png"/><Relationship Id="rId4" Type="http://schemas.openxmlformats.org/officeDocument/2006/relationships/image" Target="../media/image155.png"/><Relationship Id="rId5" Type="http://schemas.openxmlformats.org/officeDocument/2006/relationships/image" Target="../media/image157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5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83.png"/><Relationship Id="rId4" Type="http://schemas.openxmlformats.org/officeDocument/2006/relationships/image" Target="../media/image167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74.png"/><Relationship Id="rId4" Type="http://schemas.openxmlformats.org/officeDocument/2006/relationships/image" Target="../media/image150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50.png"/><Relationship Id="rId4" Type="http://schemas.openxmlformats.org/officeDocument/2006/relationships/image" Target="../media/image165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68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64.png"/><Relationship Id="rId4" Type="http://schemas.openxmlformats.org/officeDocument/2006/relationships/image" Target="../media/image169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79.png"/><Relationship Id="rId4" Type="http://schemas.openxmlformats.org/officeDocument/2006/relationships/image" Target="../media/image176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72.png"/><Relationship Id="rId4" Type="http://schemas.openxmlformats.org/officeDocument/2006/relationships/image" Target="../media/image177.png"/><Relationship Id="rId5" Type="http://schemas.openxmlformats.org/officeDocument/2006/relationships/image" Target="../media/image170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81.png"/><Relationship Id="rId4" Type="http://schemas.openxmlformats.org/officeDocument/2006/relationships/image" Target="../media/image173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82.png"/><Relationship Id="rId4" Type="http://schemas.openxmlformats.org/officeDocument/2006/relationships/image" Target="../media/image177.png"/><Relationship Id="rId5" Type="http://schemas.openxmlformats.org/officeDocument/2006/relationships/image" Target="../media/image170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75.png"/><Relationship Id="rId4" Type="http://schemas.openxmlformats.org/officeDocument/2006/relationships/image" Target="../media/image171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82.png"/><Relationship Id="rId4" Type="http://schemas.openxmlformats.org/officeDocument/2006/relationships/image" Target="../media/image177.png"/><Relationship Id="rId5" Type="http://schemas.openxmlformats.org/officeDocument/2006/relationships/image" Target="../media/image170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78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idx="4294967295" type="ctrTitle"/>
          </p:nvPr>
        </p:nvSpPr>
        <p:spPr>
          <a:xfrm>
            <a:off x="685800" y="26064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D4E6"/>
              </a:buClr>
              <a:buSzPts val="4320"/>
              <a:buFont typeface="Libre Franklin"/>
              <a:buNone/>
            </a:pPr>
            <a:r>
              <a:rPr b="1" i="0" lang="en-US" sz="432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ADVANCED JAVA PROGRAMMING IN</a:t>
            </a:r>
            <a:br>
              <a:rPr b="1" i="0" lang="en-US" sz="432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801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J2EE</a:t>
            </a:r>
            <a:br>
              <a:rPr b="1" i="1" lang="en-US" sz="486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1" lang="en-US" sz="486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UNIT 3</a:t>
            </a:r>
            <a:endParaRPr b="1" i="1" sz="4860" u="none" cap="none" strike="noStrike">
              <a:solidFill>
                <a:srgbClr val="9FD4E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8875712" y="6491287"/>
            <a:ext cx="268287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0" y="4233862"/>
            <a:ext cx="9144000" cy="923330"/>
          </a:xfrm>
          <a:prstGeom prst="rect">
            <a:avLst/>
          </a:prstGeom>
          <a:noFill/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 Server Pages (JSP)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" y="536575"/>
            <a:ext cx="714375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25" y="1895475"/>
            <a:ext cx="80835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7" y="1908175"/>
            <a:ext cx="8132762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62" y="274637"/>
            <a:ext cx="7766050" cy="1230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23"/>
          <p:cNvGrpSpPr/>
          <p:nvPr/>
        </p:nvGrpSpPr>
        <p:grpSpPr>
          <a:xfrm>
            <a:off x="1752600" y="1755648"/>
            <a:ext cx="5867400" cy="4661027"/>
            <a:chOff x="1828800" y="1908048"/>
            <a:chExt cx="5867400" cy="4661027"/>
          </a:xfrm>
        </p:grpSpPr>
        <p:pic>
          <p:nvPicPr>
            <p:cNvPr id="160" name="Google Shape;16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84248" y="4639056"/>
              <a:ext cx="5297424" cy="6217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" name="Google Shape;161;p23"/>
            <p:cNvCxnSpPr/>
            <p:nvPr/>
          </p:nvCxnSpPr>
          <p:spPr>
            <a:xfrm rot="10800000">
              <a:off x="2965704" y="5105400"/>
              <a:ext cx="0" cy="99060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16552" y="5181600"/>
              <a:ext cx="0" cy="91440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63" name="Google Shape;16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2296" y="2974848"/>
              <a:ext cx="3462528" cy="5242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4" name="Google Shape;164;p23"/>
            <p:cNvCxnSpPr/>
            <p:nvPr/>
          </p:nvCxnSpPr>
          <p:spPr>
            <a:xfrm>
              <a:off x="5483352" y="3462338"/>
              <a:ext cx="0" cy="126206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" name="Google Shape;165;p23"/>
            <p:cNvCxnSpPr/>
            <p:nvPr/>
          </p:nvCxnSpPr>
          <p:spPr>
            <a:xfrm rot="10800000">
              <a:off x="4794504" y="3462338"/>
              <a:ext cx="0" cy="1262062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" name="Google Shape;166;p23"/>
            <p:cNvCxnSpPr/>
            <p:nvPr/>
          </p:nvCxnSpPr>
          <p:spPr>
            <a:xfrm rot="10800000">
              <a:off x="2965704" y="2362200"/>
              <a:ext cx="0" cy="228600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67" name="Google Shape;16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30296" y="1908048"/>
              <a:ext cx="2359152" cy="5242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8" name="Google Shape;168;p23"/>
            <p:cNvCxnSpPr/>
            <p:nvPr/>
          </p:nvCxnSpPr>
          <p:spPr>
            <a:xfrm>
              <a:off x="4264152" y="2362200"/>
              <a:ext cx="0" cy="68580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23"/>
            <p:cNvSpPr txBox="1"/>
            <p:nvPr/>
          </p:nvSpPr>
          <p:spPr>
            <a:xfrm>
              <a:off x="2362200" y="2590800"/>
              <a:ext cx="19117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JSP documents</a:t>
              </a:r>
              <a:endParaRPr/>
            </a:p>
          </p:txBody>
        </p:sp>
        <p:sp>
          <p:nvSpPr>
            <p:cNvPr id="170" name="Google Shape;170;p23"/>
            <p:cNvSpPr txBox="1"/>
            <p:nvPr/>
          </p:nvSpPr>
          <p:spPr>
            <a:xfrm>
              <a:off x="6096000" y="3505200"/>
              <a:ext cx="1600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Compiled servlet</a:t>
              </a:r>
              <a:endParaRPr/>
            </a:p>
          </p:txBody>
        </p:sp>
        <p:sp>
          <p:nvSpPr>
            <p:cNvPr id="171" name="Google Shape;171;p23"/>
            <p:cNvSpPr txBox="1"/>
            <p:nvPr/>
          </p:nvSpPr>
          <p:spPr>
            <a:xfrm>
              <a:off x="5029200" y="5334000"/>
              <a:ext cx="17907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HTML documents</a:t>
              </a:r>
              <a:r>
                <a:rPr b="0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72" name="Google Shape;172;p23"/>
            <p:cNvSpPr txBox="1"/>
            <p:nvPr/>
          </p:nvSpPr>
          <p:spPr>
            <a:xfrm>
              <a:off x="1828800" y="6019800"/>
              <a:ext cx="51054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</a:t>
              </a:r>
              <a:endPara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i="0" lang="en-US" sz="1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HTTP Request  HTTP Response 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75" y="1712912"/>
            <a:ext cx="8272462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603375"/>
            <a:ext cx="7467600" cy="452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75" y="1603375"/>
            <a:ext cx="7620000" cy="452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575" y="1835150"/>
            <a:ext cx="8077200" cy="42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450975"/>
            <a:ext cx="8662987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08175"/>
            <a:ext cx="7827962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1524000"/>
            <a:ext cx="8716962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0" y="152400"/>
            <a:ext cx="91567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0"/>
            <a:ext cx="7596187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" y="841375"/>
            <a:ext cx="9197975" cy="60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268287"/>
            <a:ext cx="7566025" cy="11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5" y="1835150"/>
            <a:ext cx="905827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384175"/>
            <a:ext cx="76263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407987"/>
            <a:ext cx="8534400" cy="61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050" y="1670050"/>
            <a:ext cx="8375650" cy="157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286000"/>
            <a:ext cx="8991600" cy="44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6"/>
          <p:cNvSpPr txBox="1"/>
          <p:nvPr/>
        </p:nvSpPr>
        <p:spPr>
          <a:xfrm>
            <a:off x="1981200" y="2971800"/>
            <a:ext cx="640873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&lt;%@directivename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attribute=“value”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attribute=“value”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75" y="1524000"/>
            <a:ext cx="815022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7"/>
          <p:cNvSpPr/>
          <p:nvPr/>
        </p:nvSpPr>
        <p:spPr>
          <a:xfrm>
            <a:off x="6248400" y="1524000"/>
            <a:ext cx="2590800" cy="1828800"/>
          </a:xfrm>
          <a:prstGeom prst="verticalScroll">
            <a:avLst>
              <a:gd fmla="val 12500" name="adj"/>
            </a:avLst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@page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7"/>
          <p:cNvSpPr/>
          <p:nvPr/>
        </p:nvSpPr>
        <p:spPr>
          <a:xfrm>
            <a:off x="990600" y="5015345"/>
            <a:ext cx="3429000" cy="18288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@include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/>
          <p:nvPr/>
        </p:nvSpPr>
        <p:spPr>
          <a:xfrm>
            <a:off x="6248400" y="3810000"/>
            <a:ext cx="2743200" cy="2819400"/>
          </a:xfrm>
          <a:prstGeom prst="can">
            <a:avLst>
              <a:gd fmla="val 25000" name="adj"/>
            </a:avLst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@taglib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603375"/>
            <a:ext cx="8467725" cy="49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40"/>
          <p:cNvGraphicFramePr/>
          <p:nvPr/>
        </p:nvGraphicFramePr>
        <p:xfrm>
          <a:off x="4572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579550"/>
                <a:gridCol w="5245100"/>
                <a:gridCol w="1385875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Defines the scripting language to be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used. 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“java”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Comma separated list of packages or classes.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extends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 fully qualified class name of super class 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that the generated class must extend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buffer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Takes the buffer size in kilobyte.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values of this attribute are none, 8kb, 16kb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32kb and 64kb.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8kb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if the page participated in an 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 session. If value set to “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”, the implicit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 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 can not be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“true”</a:t>
                      </a:r>
                      <a:endParaRPr/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41"/>
          <p:cNvGraphicFramePr/>
          <p:nvPr/>
        </p:nvGraphicFramePr>
        <p:xfrm>
          <a:off x="1524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677975"/>
                <a:gridCol w="5873750"/>
                <a:gridCol w="12874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autoFlush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true, buffer is flushed automatically when it is full If false, a runtime exception is thrown to indicate buffer overflow.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“true”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isThreadSafe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“false”, it processes them one at a time implementing 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singleThreadModel interface 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“true”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String which can be retrieved by using getServletInfo() method.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isErrorPage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 “true”, then implicit object exception is available which is  instance of class java.lang.Throwable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“false”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errorPage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a URL to another JSP that is invoked if an unchecked runtime exception is thrown omitted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contentType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MIME type for the response of the JSP page.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text/html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pageEncoding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encoding type to be used by a Web Container to compile a JSP. (ISO-8859-1, UTF-8, etc…)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grpSp>
        <p:nvGrpSpPr>
          <p:cNvPr id="282" name="Google Shape;282;p41"/>
          <p:cNvGrpSpPr/>
          <p:nvPr/>
        </p:nvGrpSpPr>
        <p:grpSpPr>
          <a:xfrm>
            <a:off x="685800" y="304800"/>
            <a:ext cx="7772400" cy="936625"/>
            <a:chOff x="0" y="0"/>
            <a:chExt cx="7772400" cy="936000"/>
          </a:xfrm>
        </p:grpSpPr>
        <p:sp>
          <p:nvSpPr>
            <p:cNvPr id="283" name="Google Shape;283;p41"/>
            <p:cNvSpPr/>
            <p:nvPr/>
          </p:nvSpPr>
          <p:spPr>
            <a:xfrm>
              <a:off x="0" y="0"/>
              <a:ext cx="7772400" cy="936000"/>
            </a:xfrm>
            <a:prstGeom prst="roundRect">
              <a:avLst>
                <a:gd fmla="val 16667" name="adj"/>
              </a:avLst>
            </a:prstGeom>
            <a:solidFill>
              <a:srgbClr val="3B3B3B"/>
            </a:solidFill>
            <a:ln cap="flat" cmpd="sng" w="19050">
              <a:solidFill>
                <a:srgbClr val="D4D2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1"/>
            <p:cNvSpPr txBox="1"/>
            <p:nvPr/>
          </p:nvSpPr>
          <p:spPr>
            <a:xfrm>
              <a:off x="46038" y="46007"/>
              <a:ext cx="7680325" cy="843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Arial"/>
                <a:buNone/>
              </a:pPr>
              <a:r>
                <a:rPr b="0" i="0" lang="en-US" sz="40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Page directive Attributes Cont.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42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290" name="Google Shape;290;p42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291" name="Google Shape;291;p42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2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000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&lt;%@page 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language=”java” import=”java.sql.*” buffer=”16kb” errorPage=”error.jsp” 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000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&lt;jsp:directive.page 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session=“false” </a:t>
                </a:r>
                <a:r>
                  <a:rPr b="0" i="0" lang="en-US" sz="35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import=“java.util.*” import=“java.sql.*”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isErrorPage=“true” 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/&gt;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93" name="Google Shape;29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1755775"/>
            <a:ext cx="845502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45"/>
          <p:cNvGraphicFramePr/>
          <p:nvPr/>
        </p:nvGraphicFramePr>
        <p:xfrm>
          <a:off x="4572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781175"/>
                <a:gridCol w="5915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Static Filename to include</a:t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grpSp>
        <p:nvGrpSpPr>
          <p:cNvPr id="311" name="Google Shape;311;p45"/>
          <p:cNvGrpSpPr/>
          <p:nvPr/>
        </p:nvGrpSpPr>
        <p:grpSpPr>
          <a:xfrm>
            <a:off x="304800" y="3282950"/>
            <a:ext cx="8077200" cy="2965450"/>
            <a:chOff x="0" y="574425"/>
            <a:chExt cx="8077200" cy="2965949"/>
          </a:xfrm>
        </p:grpSpPr>
        <p:sp>
          <p:nvSpPr>
            <p:cNvPr id="312" name="Google Shape;312;p45"/>
            <p:cNvSpPr/>
            <p:nvPr/>
          </p:nvSpPr>
          <p:spPr>
            <a:xfrm>
              <a:off x="0" y="574425"/>
              <a:ext cx="8077200" cy="2965949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5"/>
            <p:cNvSpPr txBox="1"/>
            <p:nvPr/>
          </p:nvSpPr>
          <p:spPr>
            <a:xfrm>
              <a:off x="144463" y="718912"/>
              <a:ext cx="7788275" cy="2676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"/>
                <a:buNone/>
              </a:pPr>
              <a:r>
                <a:rPr b="0" i="0" lang="en-US" sz="4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&lt;%@ include file=”header.html” %&gt;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Arial"/>
                <a:buNone/>
              </a:pPr>
              <a:r>
                <a:rPr b="0" i="0" lang="en-US" sz="4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&lt;%@ include file=”footer.html” %&gt;</a:t>
              </a:r>
              <a:endParaRPr/>
            </a:p>
          </p:txBody>
        </p:sp>
      </p:grpSp>
      <p:pic>
        <p:nvPicPr>
          <p:cNvPr id="314" name="Google Shape;31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292350"/>
            <a:ext cx="2176462" cy="162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1755775"/>
            <a:ext cx="8491537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48"/>
          <p:cNvGraphicFramePr/>
          <p:nvPr/>
        </p:nvGraphicFramePr>
        <p:xfrm>
          <a:off x="4572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781175"/>
                <a:gridCol w="5915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Universal Resource Identifier(Location) for the Tag Library to be used.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prefix to be given for the specific library.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grpSp>
        <p:nvGrpSpPr>
          <p:cNvPr id="332" name="Google Shape;332;p48"/>
          <p:cNvGrpSpPr/>
          <p:nvPr/>
        </p:nvGrpSpPr>
        <p:grpSpPr>
          <a:xfrm>
            <a:off x="304800" y="2749296"/>
            <a:ext cx="8077200" cy="3956304"/>
            <a:chOff x="304800" y="2291597"/>
            <a:chExt cx="8077200" cy="3956803"/>
          </a:xfrm>
        </p:grpSpPr>
        <p:grpSp>
          <p:nvGrpSpPr>
            <p:cNvPr id="333" name="Google Shape;333;p48"/>
            <p:cNvGrpSpPr/>
            <p:nvPr/>
          </p:nvGrpSpPr>
          <p:grpSpPr>
            <a:xfrm>
              <a:off x="304800" y="3282451"/>
              <a:ext cx="8077200" cy="2965949"/>
              <a:chOff x="0" y="574425"/>
              <a:chExt cx="8077200" cy="2965949"/>
            </a:xfrm>
          </p:grpSpPr>
          <p:sp>
            <p:nvSpPr>
              <p:cNvPr id="334" name="Google Shape;334;p48"/>
              <p:cNvSpPr/>
              <p:nvPr/>
            </p:nvSpPr>
            <p:spPr>
              <a:xfrm>
                <a:off x="0" y="574425"/>
                <a:ext cx="8077200" cy="2965949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8"/>
              <p:cNvSpPr txBox="1"/>
              <p:nvPr/>
            </p:nvSpPr>
            <p:spPr>
              <a:xfrm>
                <a:off x="144463" y="719031"/>
                <a:ext cx="7788275" cy="2676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400"/>
                  <a:buFont typeface="Arial"/>
                  <a:buNone/>
                </a:pPr>
                <a:r>
                  <a:rPr b="0" i="0" lang="en-US" sz="44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 &lt;%@taglib prefix=“myTags”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400"/>
                  <a:buFont typeface="Arial"/>
                  <a:buNone/>
                </a:pPr>
                <a:r>
                  <a:rPr b="0" i="0" lang="en-US" sz="44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uri=”http://spkm.com/jsp/myTagLibrary” %&gt;</a:t>
                </a:r>
                <a:endParaRPr/>
              </a:p>
            </p:txBody>
          </p:sp>
        </p:grpSp>
        <p:pic>
          <p:nvPicPr>
            <p:cNvPr id="336" name="Google Shape;336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43600" y="2291597"/>
              <a:ext cx="2176272" cy="16278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384175"/>
            <a:ext cx="76263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75" y="152400"/>
            <a:ext cx="7010400" cy="118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384175"/>
            <a:ext cx="8394700" cy="57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675" y="231775"/>
            <a:ext cx="9307512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25" y="1798637"/>
            <a:ext cx="809625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0"/>
            <a:ext cx="9150350" cy="68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54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369" name="Google Shape;369;p54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370" name="Google Shape;370;p54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54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&lt;body&gt;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&lt;%!	int i=0;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	int myMethod(){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	return i; }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%&gt;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&lt;/body&gt;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&lt;/html&gt;</a:t>
                </a:r>
                <a:endParaRPr/>
              </a:p>
            </p:txBody>
          </p:sp>
        </p:grpSp>
        <p:pic>
          <p:nvPicPr>
            <p:cNvPr id="372" name="Google Shape;372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" y="79375"/>
            <a:ext cx="8991600" cy="67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57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388" name="Google Shape;388;p57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389" name="Google Shape;389;p57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57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	&lt;%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	for(int i=0;i&lt;10;i++){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out.println(“&lt;b&gt; Hello” +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		  i +”&lt;/b&gt;”);	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}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&lt;/body&gt;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&lt;/html&gt;</a:t>
                </a:r>
                <a:endParaRPr/>
              </a:p>
            </p:txBody>
          </p:sp>
        </p:grpSp>
        <p:pic>
          <p:nvPicPr>
            <p:cNvPr id="391" name="Google Shape;391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" y="79375"/>
            <a:ext cx="8918575" cy="67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60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407" name="Google Shape;407;p60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408" name="Google Shape;408;p60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60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&lt;%! 	int count;	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	&lt;% 		count++; 	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This page is accessed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&lt;%=count %&gt; + times.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&lt;/body&gt;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&lt;/html&gt;</a:t>
                </a:r>
                <a:endParaRPr/>
              </a:p>
            </p:txBody>
          </p:sp>
        </p:grpSp>
        <p:pic>
          <p:nvPicPr>
            <p:cNvPr id="410" name="Google Shape;410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4175"/>
            <a:ext cx="7010400" cy="58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825" y="536575"/>
            <a:ext cx="765016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4989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" y="231775"/>
            <a:ext cx="8864600" cy="63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9" name="Google Shape;439;p65"/>
          <p:cNvGraphicFramePr/>
          <p:nvPr/>
        </p:nvGraphicFramePr>
        <p:xfrm>
          <a:off x="4572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554150"/>
                <a:gridCol w="5159375"/>
                <a:gridCol w="1363650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relative URL, which specifies the location of the resource to be included. Expression can be used.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flush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true/false value can be set. if true, buffer is flushed before including the resource.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562" y="152400"/>
            <a:ext cx="921226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67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450" name="Google Shape;450;p67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451" name="Google Shape;451;p67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67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The sample text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jsp:include 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page=“login.jsp”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This is footer text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&lt;/body&gt;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&lt;/html&gt;</a:t>
                </a:r>
                <a:endParaRPr/>
              </a:p>
            </p:txBody>
          </p:sp>
        </p:grpSp>
        <p:pic>
          <p:nvPicPr>
            <p:cNvPr id="453" name="Google Shape;453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8750"/>
            <a:ext cx="8759825" cy="658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70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469" name="Google Shape;469;p70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470" name="Google Shape;470;p70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70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The sample text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jsp:foward </a:t>
                </a: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page=“login.jsp”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This is sample text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&lt;/html&gt;</a:t>
                </a:r>
                <a:endParaRPr/>
              </a:p>
            </p:txBody>
          </p:sp>
        </p:grpSp>
        <p:pic>
          <p:nvPicPr>
            <p:cNvPr id="472" name="Google Shape;472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2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483" name="Google Shape;483;p72"/>
          <p:cNvSpPr txBox="1"/>
          <p:nvPr>
            <p:ph idx="1" type="body"/>
          </p:nvPr>
        </p:nvSpPr>
        <p:spPr>
          <a:xfrm>
            <a:off x="0" y="9144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 bean is just a Java class.</a:t>
            </a: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You don't need to extend any base class or implement any interface. To be a bean, however, a Java class must follow certain rules specified by the JavaBeans specification. In relation to JavaBeans that can be used from a JSP page, these rules are as in next slides🡪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8" lvl="0" marL="4191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t/>
            </a:r>
            <a:endParaRPr b="0" i="0" sz="4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489" name="Google Shape;489;p73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bean class must have a no-argument constructor. In the bean the class may not have a constructor at all. This still is legal because the Java compiler will automatically create a no-argument constructor for any Java class that does not have a constructor.</a:t>
            </a:r>
            <a:endParaRPr/>
          </a:p>
        </p:txBody>
      </p:sp>
    </p:spTree>
  </p:cSld>
  <p:clrMapOvr>
    <a:masterClrMapping/>
  </p:clrMapOvr>
  <p:transition>
    <p:push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4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495" name="Google Shape;495;p74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Optionally, a bean can have a public method that can be used to set the value of a property. This method is called a setter method. The method does not return any value, and its name starts with "set" followed by the name of the property.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 setter method has the following signature: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5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501" name="Google Shape;501;p75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 void setPropertyName (PropertyType value); For example, the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setter method for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property operand must be named setOperand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Note that the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spelling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the property name is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exactly the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same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A property name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starts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with a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lowercase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letter, but the name of the setter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uses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uppercase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letter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"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"; hence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setOperand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6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507" name="Google Shape;507;p76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Optionally, a bean can have a public method that can be called to obtain the value of a property. This method is called a getter method, and its return type is the same as the property type. Its name must begin with "get"; followed by the name of the property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. A getter method has the following signature: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7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513" name="Google Shape;513;p77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 PropertyType getPropertyName(); As an example, the getter method for the property named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operand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getOperand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A property name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starts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with a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lowercase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letter, but the name of the getter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uses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uppercase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letter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"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;" hence </a:t>
            </a:r>
            <a:r>
              <a:rPr b="0" i="0" lang="en-US" sz="40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getOperand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8"/>
          <p:cNvSpPr txBox="1"/>
          <p:nvPr>
            <p:ph type="title"/>
          </p:nvPr>
        </p:nvSpPr>
        <p:spPr>
          <a:xfrm>
            <a:off x="34925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"/>
              <a:buNone/>
            </a:pPr>
            <a:r>
              <a:rPr b="0" i="0" lang="en-US" sz="6000" u="sng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JavaBeans</a:t>
            </a:r>
            <a:endParaRPr/>
          </a:p>
        </p:txBody>
      </p:sp>
      <p:sp>
        <p:nvSpPr>
          <p:cNvPr id="519" name="Google Shape;519;p78"/>
          <p:cNvSpPr txBox="1"/>
          <p:nvPr>
            <p:ph idx="1" type="body"/>
          </p:nvPr>
        </p:nvSpPr>
        <p:spPr>
          <a:xfrm>
            <a:off x="0" y="990600"/>
            <a:ext cx="9067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Both setter and getter methods are known as access methods. In JSP, the jsp:getProperty and jsp:setProperty action elements are used to invoke a getter and a setter method, respectively. You can call these methods the same way you call an ordinary method, however.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9"/>
          <p:cNvSpPr/>
          <p:nvPr/>
        </p:nvSpPr>
        <p:spPr>
          <a:xfrm>
            <a:off x="304800" y="381000"/>
            <a:ext cx="40417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165100"/>
            <a:ext cx="85582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100" y="1725612"/>
            <a:ext cx="8959850" cy="474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165100"/>
            <a:ext cx="8558212" cy="1127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2" name="Google Shape;532;p80"/>
          <p:cNvGrpSpPr/>
          <p:nvPr/>
        </p:nvGrpSpPr>
        <p:grpSpPr>
          <a:xfrm>
            <a:off x="180975" y="3733800"/>
            <a:ext cx="8837612" cy="2895600"/>
            <a:chOff x="1842944" y="3811711"/>
            <a:chExt cx="6938627" cy="866298"/>
          </a:xfrm>
        </p:grpSpPr>
        <p:sp>
          <p:nvSpPr>
            <p:cNvPr id="533" name="Google Shape;533;p80"/>
            <p:cNvSpPr/>
            <p:nvPr/>
          </p:nvSpPr>
          <p:spPr>
            <a:xfrm>
              <a:off x="1842944" y="3811711"/>
              <a:ext cx="6938627" cy="866298"/>
            </a:xfrm>
            <a:prstGeom prst="roundRect">
              <a:avLst>
                <a:gd fmla="val 6879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80"/>
            <p:cNvSpPr txBox="1"/>
            <p:nvPr/>
          </p:nvSpPr>
          <p:spPr>
            <a:xfrm>
              <a:off x="1842944" y="3811711"/>
              <a:ext cx="6938627" cy="866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80"/>
          <p:cNvSpPr/>
          <p:nvPr/>
        </p:nvSpPr>
        <p:spPr>
          <a:xfrm>
            <a:off x="324364" y="3886201"/>
            <a:ext cx="1756314" cy="2590800"/>
          </a:xfrm>
          <a:prstGeom prst="roundRect">
            <a:avLst>
              <a:gd fmla="val 10000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80"/>
          <p:cNvGrpSpPr/>
          <p:nvPr/>
        </p:nvGrpSpPr>
        <p:grpSpPr>
          <a:xfrm>
            <a:off x="180975" y="1447800"/>
            <a:ext cx="8782051" cy="995362"/>
            <a:chOff x="0" y="0"/>
            <a:chExt cx="8781571" cy="994723"/>
          </a:xfrm>
        </p:grpSpPr>
        <p:sp>
          <p:nvSpPr>
            <p:cNvPr id="537" name="Google Shape;537;p80"/>
            <p:cNvSpPr/>
            <p:nvPr/>
          </p:nvSpPr>
          <p:spPr>
            <a:xfrm>
              <a:off x="0" y="0"/>
              <a:ext cx="8781571" cy="994723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80"/>
            <p:cNvSpPr txBox="1"/>
            <p:nvPr/>
          </p:nvSpPr>
          <p:spPr>
            <a:xfrm>
              <a:off x="1855687" y="0"/>
              <a:ext cx="6925884" cy="994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0" i="0" lang="en-US" sz="2800" u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Variable</a:t>
              </a: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to access </a:t>
              </a:r>
              <a:r>
                <a:rPr b="0" i="0" lang="en-US" sz="2800" u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JavaBean</a:t>
              </a:r>
              <a:endParaRPr/>
            </a:p>
          </p:txBody>
        </p:sp>
      </p:grpSp>
      <p:sp>
        <p:nvSpPr>
          <p:cNvPr id="539" name="Google Shape;539;p80"/>
          <p:cNvSpPr/>
          <p:nvPr/>
        </p:nvSpPr>
        <p:spPr>
          <a:xfrm>
            <a:off x="280686" y="1547272"/>
            <a:ext cx="1756314" cy="795778"/>
          </a:xfrm>
          <a:prstGeom prst="roundRect">
            <a:avLst>
              <a:gd fmla="val 10000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0" name="Google Shape;540;p80"/>
          <p:cNvGrpSpPr/>
          <p:nvPr/>
        </p:nvGrpSpPr>
        <p:grpSpPr>
          <a:xfrm>
            <a:off x="180975" y="2625725"/>
            <a:ext cx="8782051" cy="955675"/>
            <a:chOff x="0" y="0"/>
            <a:chExt cx="8781571" cy="956442"/>
          </a:xfrm>
        </p:grpSpPr>
        <p:sp>
          <p:nvSpPr>
            <p:cNvPr id="541" name="Google Shape;541;p80"/>
            <p:cNvSpPr/>
            <p:nvPr/>
          </p:nvSpPr>
          <p:spPr>
            <a:xfrm>
              <a:off x="0" y="0"/>
              <a:ext cx="8781571" cy="956442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80"/>
            <p:cNvSpPr txBox="1"/>
            <p:nvPr/>
          </p:nvSpPr>
          <p:spPr>
            <a:xfrm>
              <a:off x="1852512" y="0"/>
              <a:ext cx="6929059" cy="956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 which </a:t>
              </a:r>
              <a:r>
                <a:rPr b="0" i="0" lang="en-US" sz="2800" u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scope</a:t>
              </a: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the created Bean should be </a:t>
              </a:r>
              <a:r>
                <a:rPr b="0" i="0" lang="en-US" sz="2800" u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accessible</a:t>
              </a: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543" name="Google Shape;543;p80"/>
          <p:cNvSpPr/>
          <p:nvPr/>
        </p:nvSpPr>
        <p:spPr>
          <a:xfrm>
            <a:off x="276857" y="2720602"/>
            <a:ext cx="1756314" cy="765154"/>
          </a:xfrm>
          <a:prstGeom prst="roundRect">
            <a:avLst>
              <a:gd fmla="val 10000" name="adj"/>
            </a:avLst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816350"/>
            <a:ext cx="6804025" cy="286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81"/>
          <p:cNvGrpSpPr/>
          <p:nvPr/>
        </p:nvGrpSpPr>
        <p:grpSpPr>
          <a:xfrm>
            <a:off x="3175" y="7937"/>
            <a:ext cx="4270375" cy="1036637"/>
            <a:chOff x="44" y="7762"/>
            <a:chExt cx="4269618" cy="1036800"/>
          </a:xfrm>
        </p:grpSpPr>
        <p:sp>
          <p:nvSpPr>
            <p:cNvPr id="551" name="Google Shape;551;p81"/>
            <p:cNvSpPr/>
            <p:nvPr/>
          </p:nvSpPr>
          <p:spPr>
            <a:xfrm>
              <a:off x="44" y="7762"/>
              <a:ext cx="4269618" cy="1036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rgbClr val="3B3B3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1"/>
            <p:cNvSpPr txBox="1"/>
            <p:nvPr/>
          </p:nvSpPr>
          <p:spPr>
            <a:xfrm>
              <a:off x="44" y="7762"/>
              <a:ext cx="4269618" cy="10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300" lIns="256025" spcFirstLastPara="1" rIns="25602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None/>
              </a:pPr>
              <a:r>
                <a:rPr b="0" i="0" lang="en-US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553" name="Google Shape;553;p81"/>
          <p:cNvGrpSpPr/>
          <p:nvPr/>
        </p:nvGrpSpPr>
        <p:grpSpPr>
          <a:xfrm>
            <a:off x="3175" y="1044575"/>
            <a:ext cx="4492625" cy="5805487"/>
            <a:chOff x="44" y="1044562"/>
            <a:chExt cx="4269618" cy="5805675"/>
          </a:xfrm>
        </p:grpSpPr>
        <p:sp>
          <p:nvSpPr>
            <p:cNvPr id="554" name="Google Shape;554;p81"/>
            <p:cNvSpPr/>
            <p:nvPr/>
          </p:nvSpPr>
          <p:spPr>
            <a:xfrm>
              <a:off x="44" y="1044562"/>
              <a:ext cx="4269618" cy="5805675"/>
            </a:xfrm>
            <a:prstGeom prst="rect">
              <a:avLst/>
            </a:prstGeom>
            <a:solidFill>
              <a:srgbClr val="404040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1"/>
            <p:cNvSpPr txBox="1"/>
            <p:nvPr/>
          </p:nvSpPr>
          <p:spPr>
            <a:xfrm>
              <a:off x="44" y="1044562"/>
              <a:ext cx="4269618" cy="5805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000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Creates 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 JavaBean, 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if not found in current scope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should not be Abstract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Calls no-argument constructor to create a JavaBean instance using 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rgbClr val="FFC000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Class name 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cannot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 be given dynamically</a:t>
              </a:r>
              <a:endParaRPr/>
            </a:p>
          </p:txBody>
        </p:sp>
      </p:grpSp>
      <p:grpSp>
        <p:nvGrpSpPr>
          <p:cNvPr id="556" name="Google Shape;556;p81"/>
          <p:cNvGrpSpPr/>
          <p:nvPr/>
        </p:nvGrpSpPr>
        <p:grpSpPr>
          <a:xfrm>
            <a:off x="4870450" y="7937"/>
            <a:ext cx="4270375" cy="1036637"/>
            <a:chOff x="4867409" y="7762"/>
            <a:chExt cx="4269618" cy="1036800"/>
          </a:xfrm>
        </p:grpSpPr>
        <p:sp>
          <p:nvSpPr>
            <p:cNvPr id="557" name="Google Shape;557;p81"/>
            <p:cNvSpPr/>
            <p:nvPr/>
          </p:nvSpPr>
          <p:spPr>
            <a:xfrm>
              <a:off x="4867409" y="7762"/>
              <a:ext cx="4269618" cy="1036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rgbClr val="3B3B3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1"/>
            <p:cNvSpPr txBox="1"/>
            <p:nvPr/>
          </p:nvSpPr>
          <p:spPr>
            <a:xfrm>
              <a:off x="4867409" y="7762"/>
              <a:ext cx="4269618" cy="10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300" lIns="256025" spcFirstLastPara="1" rIns="25602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None/>
              </a:pPr>
              <a:r>
                <a:rPr b="0" i="0" lang="en-US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559" name="Google Shape;559;p81"/>
          <p:cNvGrpSpPr/>
          <p:nvPr/>
        </p:nvGrpSpPr>
        <p:grpSpPr>
          <a:xfrm>
            <a:off x="4495800" y="1044575"/>
            <a:ext cx="4645025" cy="5805487"/>
            <a:chOff x="4867409" y="1044562"/>
            <a:chExt cx="4269618" cy="5805675"/>
          </a:xfrm>
        </p:grpSpPr>
        <p:sp>
          <p:nvSpPr>
            <p:cNvPr id="560" name="Google Shape;560;p81"/>
            <p:cNvSpPr/>
            <p:nvPr/>
          </p:nvSpPr>
          <p:spPr>
            <a:xfrm>
              <a:off x="4867409" y="1044562"/>
              <a:ext cx="4269618" cy="5805675"/>
            </a:xfrm>
            <a:prstGeom prst="rect">
              <a:avLst/>
            </a:prstGeom>
            <a:solidFill>
              <a:srgbClr val="404040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1"/>
            <p:cNvSpPr txBox="1"/>
            <p:nvPr/>
          </p:nvSpPr>
          <p:spPr>
            <a:xfrm>
              <a:off x="4867409" y="1044562"/>
              <a:ext cx="4269618" cy="5805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Class name or 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expression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Calls instantiate method defined in 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java.beans.Beans 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class.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If serialized template 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is found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instantiate method reads using class loader and instantiates.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If serialized template 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is not found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Calls no-argument constructor to create an instance.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rgbClr val="FFC000"/>
                </a:buClr>
                <a:buSzPts val="2600"/>
                <a:buFont typeface="Arial"/>
                <a:buChar char="•"/>
              </a:pP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Class name </a:t>
              </a: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can</a:t>
              </a:r>
              <a:r>
                <a:rPr b="0" i="0" lang="en-US" sz="26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 be given dynamically</a:t>
              </a:r>
              <a:endParaRPr/>
            </a:p>
          </p:txBody>
        </p:sp>
      </p:grpSp>
      <p:pic>
        <p:nvPicPr>
          <p:cNvPr id="562" name="Google Shape;562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0162" y="1682750"/>
            <a:ext cx="9058275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82"/>
          <p:cNvGrpSpPr/>
          <p:nvPr/>
        </p:nvGrpSpPr>
        <p:grpSpPr>
          <a:xfrm>
            <a:off x="304800" y="231649"/>
            <a:ext cx="8686800" cy="6245351"/>
            <a:chOff x="-7614" y="2244959"/>
            <a:chExt cx="8686800" cy="4003441"/>
          </a:xfrm>
        </p:grpSpPr>
        <p:grpSp>
          <p:nvGrpSpPr>
            <p:cNvPr id="568" name="Google Shape;568;p82"/>
            <p:cNvGrpSpPr/>
            <p:nvPr/>
          </p:nvGrpSpPr>
          <p:grpSpPr>
            <a:xfrm>
              <a:off x="-7614" y="2829160"/>
              <a:ext cx="8686800" cy="3419240"/>
              <a:chOff x="-312414" y="121134"/>
              <a:chExt cx="8686800" cy="3419240"/>
            </a:xfrm>
          </p:grpSpPr>
          <p:sp>
            <p:nvSpPr>
              <p:cNvPr id="569" name="Google Shape;569;p82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82"/>
              <p:cNvSpPr txBox="1"/>
              <p:nvPr/>
            </p:nvSpPr>
            <p:spPr>
              <a:xfrm>
                <a:off x="-312414" y="365365"/>
                <a:ext cx="86868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jsp:useBean </a:t>
                </a: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id=“myBean”&gt;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name=“class” trim=“true” &gt; pkg.RegForm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name=“scope” &gt; session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&lt;jsp:setProperty name=“myBean” property=“*”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6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jsp:useBean</a:t>
                </a: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</p:txBody>
          </p:sp>
        </p:grpSp>
        <p:pic>
          <p:nvPicPr>
            <p:cNvPr id="571" name="Google Shape;571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384175"/>
            <a:ext cx="732631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8750"/>
            <a:ext cx="8759825" cy="64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8" name="Google Shape;588;p85"/>
          <p:cNvGraphicFramePr/>
          <p:nvPr/>
        </p:nvGraphicFramePr>
        <p:xfrm>
          <a:off x="2286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844675"/>
                <a:gridCol w="67659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name of an existing JavaBean as a reference variable to invoke a setter method. Value must match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attribute of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&lt;jsp:useBean&gt;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set the property of a bean.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118902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 name to be set, two methods to set it.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Use an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asterisk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sign as a value, which matches all properties of JavaBean with the request parameter names.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Use a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 name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that you have created in your bean file.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specific value to be set to the named property. We may provide Expression. Can’t use when property value is *.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request parameter name whose value is to be assigned to property. Can’t use when property value is *.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589" name="Google Shape;589;p85"/>
          <p:cNvSpPr txBox="1"/>
          <p:nvPr/>
        </p:nvSpPr>
        <p:spPr>
          <a:xfrm>
            <a:off x="1295400" y="4648200"/>
            <a:ext cx="569912" cy="40005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86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595" name="Google Shape;595;p86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596" name="Google Shape;596;p86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86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&lt;jsp:useBean id=“myBean” class=“pkg.RegForm” scope=“session”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jsp:setProperty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name=“myBean” property=“firstName” param=“fn”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jsp:setProperty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name=“myBean” property=“lastName” param=“ln”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jsp:setProperty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name=“myBean” property=“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*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” /&gt;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98" name="Google Shape;598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9" name="Google Shape;599;p86"/>
          <p:cNvSpPr txBox="1"/>
          <p:nvPr/>
        </p:nvSpPr>
        <p:spPr>
          <a:xfrm>
            <a:off x="1295399" y="4480100"/>
            <a:ext cx="569387" cy="40011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384175"/>
            <a:ext cx="736917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8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8750"/>
            <a:ext cx="8759825" cy="64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6" name="Google Shape;616;p89"/>
          <p:cNvGraphicFramePr/>
          <p:nvPr/>
        </p:nvGraphicFramePr>
        <p:xfrm>
          <a:off x="2286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844675"/>
                <a:gridCol w="67659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name of an existing JavaBean as a reference variable to invoke a getter method. Value must match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attribute of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&lt;jsp:useBean&gt;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get the property of a bean.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 name to get the value of. Use a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 name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that you have created in your bean file.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617" name="Google Shape;617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50" y="5114925"/>
            <a:ext cx="8607425" cy="9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89"/>
          <p:cNvSpPr/>
          <p:nvPr/>
        </p:nvSpPr>
        <p:spPr>
          <a:xfrm>
            <a:off x="228600" y="4800600"/>
            <a:ext cx="1371600" cy="381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90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624" name="Google Shape;624;p90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625" name="Google Shape;625;p90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90"/>
              <p:cNvSpPr txBox="1"/>
              <p:nvPr/>
            </p:nvSpPr>
            <p:spPr>
              <a:xfrm>
                <a:off x="144786" y="365365"/>
                <a:ext cx="77882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&lt;jsp:useBean id=“myBean” class=“pkg.RegForm” scope=“session”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First Name : 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jsp:getProperty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name=“myBean” property=“firstName”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Last Name : 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jsp:getProperty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name=“myBean” property=“lastName” /&gt;</a:t>
                </a:r>
                <a:endParaRPr/>
              </a:p>
            </p:txBody>
          </p:sp>
        </p:grpSp>
        <p:pic>
          <p:nvPicPr>
            <p:cNvPr id="627" name="Google Shape;627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9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8750"/>
            <a:ext cx="8856662" cy="64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9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12" y="1603375"/>
            <a:ext cx="8723312" cy="518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" name="Google Shape;643;p93"/>
          <p:cNvGrpSpPr/>
          <p:nvPr/>
        </p:nvGrpSpPr>
        <p:grpSpPr>
          <a:xfrm>
            <a:off x="198437" y="0"/>
            <a:ext cx="8610600" cy="1597025"/>
            <a:chOff x="0" y="307681"/>
            <a:chExt cx="8610600" cy="1597313"/>
          </a:xfrm>
        </p:grpSpPr>
        <p:sp>
          <p:nvSpPr>
            <p:cNvPr id="644" name="Google Shape;644;p93"/>
            <p:cNvSpPr/>
            <p:nvPr/>
          </p:nvSpPr>
          <p:spPr>
            <a:xfrm>
              <a:off x="0" y="307681"/>
              <a:ext cx="8610600" cy="1597313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93"/>
            <p:cNvSpPr txBox="1"/>
            <p:nvPr/>
          </p:nvSpPr>
          <p:spPr>
            <a:xfrm>
              <a:off x="77787" y="385483"/>
              <a:ext cx="8455025" cy="1441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000"/>
                </a:buClr>
                <a:buSzPts val="4000"/>
                <a:buFont typeface="Arial"/>
                <a:buNone/>
              </a:pPr>
              <a:r>
                <a:rPr b="0" i="0" lang="en-US" sz="4000" u="non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It performs the following tasks</a:t>
              </a:r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2" name="Google Shape;652;p94"/>
          <p:cNvGraphicFramePr/>
          <p:nvPr/>
        </p:nvGraphicFramePr>
        <p:xfrm>
          <a:off x="2286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844675"/>
                <a:gridCol w="67659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of two values can be set.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applet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JavaBean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qualified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name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 the object that has to be presented.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codebase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relative URL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 the specified class can be located.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 of the instance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 JavaBean or an applet, which helps it to be invoked by the same JSP page to communicate with.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archive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Comma-separated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 of pathnames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Which is used to locate archive files – preloaded with class loader that is present in the directory named codebase.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Width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of the plugin.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of the plugin.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8" name="Google Shape;658;p95"/>
          <p:cNvGraphicFramePr/>
          <p:nvPr/>
        </p:nvGraphicFramePr>
        <p:xfrm>
          <a:off x="2286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844675"/>
                <a:gridCol w="67659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align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 of an applet. Can be bottom, top, middle, left, right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is bottom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hspace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non-zero value to be set to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and Right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of the applet or JavaBean.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vspace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non-zero value to be set to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and Bottom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of the applet or JavaBean.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jreversion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of Java Runtime Environment as required by the corresponding applet or JavaBean.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is 1.2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nspluginurl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from which a client can download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JRE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plug-in as required for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Netscape Navigator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iepluginurl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from which a client can download the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JRE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plug-in as required for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Internet Explorer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96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664" name="Google Shape;664;p96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665" name="Google Shape;665;p96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96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jsp:plugin 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height="500px“ width="500px" type="applet" code="pkg.Clock2.class"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nspluginurl=“http://www.java.sun.com/jre/"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iepluginurl =“http://www.java.sun.com/jre/" codebase="newFolder"&gt;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&lt;jsp:fallback&gt;</a:t>
                </a:r>
                <a:endParaRPr/>
              </a:p>
              <a:p>
                <a:pPr indent="0" lvl="1" marL="45720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	Required Plugin Cannot Run!</a:t>
                </a:r>
                <a:endParaRPr/>
              </a:p>
              <a:p>
                <a:pPr indent="0" lvl="1" marL="45720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&lt;/jsp:fallback&gt;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jsp:plugin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</p:txBody>
          </p:sp>
        </p:grpSp>
        <p:pic>
          <p:nvPicPr>
            <p:cNvPr id="667" name="Google Shape;667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9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231775"/>
            <a:ext cx="8759825" cy="63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99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683" name="Google Shape;683;p99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684" name="Google Shape;684;p99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99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&lt;jsp:plugin type="applet“ code="c1.class“&gt;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jsp:params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&lt;jsp:param name=“fn”&gt;amit&lt;/jsp:param&gt;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rial"/>
                  <a:buNone/>
                </a:pPr>
                <a:r>
                  <a:rPr b="0" i="0" lang="en-US" sz="24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&lt;jsp:param name=“ln”&gt;gorvadiya&lt;/jsp:param&gt;</a:t>
                </a:r>
                <a:endParaRPr b="0" i="0" sz="28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jsp:params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&lt;/jsp:plugin&gt;</a:t>
                </a:r>
                <a:endParaRPr/>
              </a:p>
            </p:txBody>
          </p:sp>
        </p:grpSp>
        <p:pic>
          <p:nvPicPr>
            <p:cNvPr id="686" name="Google Shape;686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10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96837"/>
            <a:ext cx="8759825" cy="6535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102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702" name="Google Shape;702;p102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703" name="Google Shape;703;p102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02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&lt;jsp:plugin type="applet“ code="c1.class“&gt;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&lt;jsp:fallback&gt;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	a required plugin can not run!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&lt;/jsp:fallback&gt;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&lt;/jsp:plugin&gt;</a:t>
                </a:r>
                <a:endParaRPr/>
              </a:p>
            </p:txBody>
          </p:sp>
        </p:grpSp>
        <p:pic>
          <p:nvPicPr>
            <p:cNvPr id="705" name="Google Shape;705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10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8750"/>
            <a:ext cx="8759825" cy="64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2" y="225425"/>
            <a:ext cx="7881937" cy="1036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2" name="Google Shape;722;p105"/>
          <p:cNvGraphicFramePr/>
          <p:nvPr/>
        </p:nvGraphicFramePr>
        <p:xfrm>
          <a:off x="2286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{3ACFC8C0-F747-4F0A-B0C5-3A1A7B51A53C}</a:tableStyleId>
              </a:tblPr>
              <a:tblGrid>
                <a:gridCol w="1844675"/>
                <a:gridCol w="6765925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attribute name that you want to se. Any of parent attributes.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804850"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is true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Is white space allowed at the end of beginning? True means don’t allow, False means allow.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723" name="Google Shape;723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50" y="4359275"/>
            <a:ext cx="86074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105"/>
          <p:cNvSpPr/>
          <p:nvPr/>
        </p:nvSpPr>
        <p:spPr>
          <a:xfrm>
            <a:off x="228600" y="4038600"/>
            <a:ext cx="1371600" cy="3810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106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730" name="Google Shape;730;p106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731" name="Google Shape;731;p106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06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&lt;jsp:useBean id=“myBean”&gt;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name=“class” trim=“false”&gt; pkg.myJavaBean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&lt;/jsp:useBean&gt;</a:t>
                </a:r>
                <a:endParaRPr/>
              </a:p>
            </p:txBody>
          </p:sp>
        </p:grpSp>
        <p:pic>
          <p:nvPicPr>
            <p:cNvPr id="733" name="Google Shape;733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10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2400"/>
            <a:ext cx="8839200" cy="65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oogle Shape;748;p109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749" name="Google Shape;749;p109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750" name="Google Shape;750;p109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09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&lt;jsp:useBean id=“myBean”&gt;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name=“class” trim=“true” &gt; pkg.RegForm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name=“scope” &gt; session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jsp:body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&lt;jsp:setProperty name=“myBean” property=“*” /&gt;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jsp:body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&lt;/jsp:useBean&gt;</a:t>
                </a:r>
                <a:endParaRPr/>
              </a:p>
            </p:txBody>
          </p:sp>
        </p:grpSp>
        <p:pic>
          <p:nvPicPr>
            <p:cNvPr id="752" name="Google Shape;752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152400"/>
            <a:ext cx="88392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7" name="Google Shape;767;p112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768" name="Google Shape;768;p112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769" name="Google Shape;769;p112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12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&lt;jsp:element name=“myTag”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&lt;jsp:attribute name=“width” &gt; 500 &lt;/jsp:attribute&gt;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jsp:body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1" marL="45720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This is a Sample Body Text</a:t>
                </a:r>
                <a:endParaRPr b="0" i="0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jsp:body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&lt;/jsp:element&gt;</a:t>
                </a:r>
                <a:endParaRPr/>
              </a:p>
            </p:txBody>
          </p:sp>
        </p:grpSp>
        <p:pic>
          <p:nvPicPr>
            <p:cNvPr id="771" name="Google Shape;771;p1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4175"/>
            <a:ext cx="7235825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1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85725"/>
            <a:ext cx="8839200" cy="66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115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787" name="Google Shape;787;p115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788" name="Google Shape;788;p115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15"/>
              <p:cNvSpPr txBox="1"/>
              <p:nvPr/>
            </p:nvSpPr>
            <p:spPr>
              <a:xfrm>
                <a:off x="-7614" y="365365"/>
                <a:ext cx="8153400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jsp:text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  <a:p>
                <a:pPr indent="0" lvl="1" marL="45720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Sample text to display…</a:t>
                </a:r>
                <a:endParaRPr b="0" i="0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&lt;/</a:t>
                </a:r>
                <a:r>
                  <a:rPr b="0" i="0" lang="en-US" sz="32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jsp:text</a:t>
                </a:r>
                <a:r>
                  <a:rPr b="0" i="0" lang="en-US" sz="320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&gt;</a:t>
                </a:r>
                <a:endParaRPr/>
              </a:p>
            </p:txBody>
          </p:sp>
        </p:grpSp>
        <p:pic>
          <p:nvPicPr>
            <p:cNvPr id="790" name="Google Shape;790;p1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4175"/>
            <a:ext cx="7010400" cy="58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637" y="536575"/>
            <a:ext cx="753586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1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231775"/>
            <a:ext cx="8759825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11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" y="1427162"/>
            <a:ext cx="8991600" cy="52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12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" y="1524000"/>
            <a:ext cx="91440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2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50" y="1889125"/>
            <a:ext cx="8150225" cy="4151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12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0"/>
            <a:ext cx="8772525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12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5" y="1609725"/>
            <a:ext cx="8789987" cy="49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2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3375" y="1524000"/>
            <a:ext cx="39751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12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" y="1524000"/>
            <a:ext cx="9064625" cy="52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2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457325"/>
            <a:ext cx="8839200" cy="5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1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5" y="1676400"/>
            <a:ext cx="8942387" cy="49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73025"/>
            <a:ext cx="7596187" cy="122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6" name="Google Shape;866;p128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867" name="Google Shape;867;p128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868" name="Google Shape;868;p128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28"/>
              <p:cNvSpPr txBox="1"/>
              <p:nvPr/>
            </p:nvSpPr>
            <p:spPr>
              <a:xfrm>
                <a:off x="-7614" y="365365"/>
                <a:ext cx="79406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ServletContext sc = config.getServletContext();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RequestDispatcher rd = sc.getRequestDispatcher(“/new.jsp”);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0" i="0" sz="36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rd.forward(request,response);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Arial"/>
                  <a:buNone/>
                </a:pPr>
                <a:r>
                  <a:rPr b="0" i="0" lang="en-US" sz="36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</p:txBody>
          </p:sp>
        </p:grpSp>
        <p:pic>
          <p:nvPicPr>
            <p:cNvPr id="870" name="Google Shape;870;p1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1543050"/>
            <a:ext cx="8839200" cy="4649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13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162925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73025"/>
            <a:ext cx="7596187" cy="122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131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889" name="Google Shape;889;p131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890" name="Google Shape;890;p131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31"/>
              <p:cNvSpPr txBox="1"/>
              <p:nvPr/>
            </p:nvSpPr>
            <p:spPr>
              <a:xfrm>
                <a:off x="-7614" y="365365"/>
                <a:ext cx="79406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HttpSession hs = 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pageContext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.getSession();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hs.setAttribute("id", "gorvadiya@amit.com");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out.print(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pageContext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.getServletConfig(). getInitParameter("ServletSpecificParameter"));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out.print(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pageContext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.getServletContext(). getInitParameter("ApplicationLevelParameter"));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</p:txBody>
          </p:sp>
        </p:grpSp>
        <p:pic>
          <p:nvPicPr>
            <p:cNvPr id="892" name="Google Shape;892;p1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13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575" y="1908175"/>
            <a:ext cx="80899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13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162925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13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75" y="1554162"/>
            <a:ext cx="8424862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Google Shape;915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274637"/>
            <a:ext cx="7596187" cy="1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1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75" y="1603375"/>
            <a:ext cx="8382000" cy="37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0" y="5565775"/>
            <a:ext cx="5449887" cy="124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36"/>
          <p:cNvSpPr/>
          <p:nvPr/>
        </p:nvSpPr>
        <p:spPr>
          <a:xfrm rot="5400000">
            <a:off x="2641722" y="5581256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36"/>
          <p:cNvSpPr/>
          <p:nvPr/>
        </p:nvSpPr>
        <p:spPr>
          <a:xfrm rot="5400000">
            <a:off x="5684301" y="5575059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4" name="Google Shape;924;p136"/>
          <p:cNvGrpSpPr/>
          <p:nvPr/>
        </p:nvGrpSpPr>
        <p:grpSpPr>
          <a:xfrm>
            <a:off x="1676400" y="311150"/>
            <a:ext cx="2589212" cy="601662"/>
            <a:chOff x="1359390" y="807985"/>
            <a:chExt cx="1971079" cy="492769"/>
          </a:xfrm>
        </p:grpSpPr>
        <p:sp>
          <p:nvSpPr>
            <p:cNvPr id="925" name="Google Shape;925;p136"/>
            <p:cNvSpPr/>
            <p:nvPr/>
          </p:nvSpPr>
          <p:spPr>
            <a:xfrm>
              <a:off x="1359390" y="807985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6"/>
            <p:cNvSpPr txBox="1"/>
            <p:nvPr/>
          </p:nvSpPr>
          <p:spPr>
            <a:xfrm>
              <a:off x="1373892" y="822287"/>
              <a:ext cx="1942075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endParaRPr/>
            </a:p>
          </p:txBody>
        </p:sp>
      </p:grpSp>
      <p:sp>
        <p:nvSpPr>
          <p:cNvPr id="927" name="Google Shape;927;p136"/>
          <p:cNvSpPr/>
          <p:nvPr/>
        </p:nvSpPr>
        <p:spPr>
          <a:xfrm rot="5400000">
            <a:off x="2622768" y="933056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8" name="Google Shape;928;p136"/>
          <p:cNvGrpSpPr/>
          <p:nvPr/>
        </p:nvGrpSpPr>
        <p:grpSpPr>
          <a:xfrm>
            <a:off x="1676400" y="976312"/>
            <a:ext cx="2589212" cy="601662"/>
            <a:chOff x="1359390" y="1473224"/>
            <a:chExt cx="1971079" cy="492769"/>
          </a:xfrm>
        </p:grpSpPr>
        <p:sp>
          <p:nvSpPr>
            <p:cNvPr id="929" name="Google Shape;929;p136"/>
            <p:cNvSpPr/>
            <p:nvPr/>
          </p:nvSpPr>
          <p:spPr>
            <a:xfrm>
              <a:off x="1359390" y="1473224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6"/>
            <p:cNvSpPr txBox="1"/>
            <p:nvPr/>
          </p:nvSpPr>
          <p:spPr>
            <a:xfrm>
              <a:off x="1373892" y="1487526"/>
              <a:ext cx="1942075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/>
            </a:p>
          </p:txBody>
        </p:sp>
      </p:grpSp>
      <p:sp>
        <p:nvSpPr>
          <p:cNvPr id="931" name="Google Shape;931;p136"/>
          <p:cNvSpPr/>
          <p:nvPr/>
        </p:nvSpPr>
        <p:spPr>
          <a:xfrm rot="5400000">
            <a:off x="2622768" y="1598295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2" name="Google Shape;932;p136"/>
          <p:cNvGrpSpPr/>
          <p:nvPr/>
        </p:nvGrpSpPr>
        <p:grpSpPr>
          <a:xfrm>
            <a:off x="1676400" y="1641475"/>
            <a:ext cx="2589212" cy="601662"/>
            <a:chOff x="1359390" y="2138464"/>
            <a:chExt cx="1971079" cy="492769"/>
          </a:xfrm>
        </p:grpSpPr>
        <p:sp>
          <p:nvSpPr>
            <p:cNvPr id="933" name="Google Shape;933;p136"/>
            <p:cNvSpPr/>
            <p:nvPr/>
          </p:nvSpPr>
          <p:spPr>
            <a:xfrm>
              <a:off x="1359390" y="2138464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6"/>
            <p:cNvSpPr txBox="1"/>
            <p:nvPr/>
          </p:nvSpPr>
          <p:spPr>
            <a:xfrm>
              <a:off x="1373892" y="2152766"/>
              <a:ext cx="1942075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</p:grpSp>
      <p:sp>
        <p:nvSpPr>
          <p:cNvPr id="935" name="Google Shape;935;p136"/>
          <p:cNvSpPr/>
          <p:nvPr/>
        </p:nvSpPr>
        <p:spPr>
          <a:xfrm rot="5400000">
            <a:off x="2622768" y="2263535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6" name="Google Shape;936;p136"/>
          <p:cNvGrpSpPr/>
          <p:nvPr/>
        </p:nvGrpSpPr>
        <p:grpSpPr>
          <a:xfrm>
            <a:off x="1676400" y="2306637"/>
            <a:ext cx="2589212" cy="601662"/>
            <a:chOff x="1359390" y="2803703"/>
            <a:chExt cx="1971079" cy="492769"/>
          </a:xfrm>
        </p:grpSpPr>
        <p:sp>
          <p:nvSpPr>
            <p:cNvPr id="937" name="Google Shape;937;p136"/>
            <p:cNvSpPr/>
            <p:nvPr/>
          </p:nvSpPr>
          <p:spPr>
            <a:xfrm>
              <a:off x="1359390" y="2803703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6"/>
            <p:cNvSpPr txBox="1"/>
            <p:nvPr/>
          </p:nvSpPr>
          <p:spPr>
            <a:xfrm>
              <a:off x="1373892" y="2818005"/>
              <a:ext cx="1942075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/>
            </a:p>
          </p:txBody>
        </p:sp>
      </p:grpSp>
      <p:sp>
        <p:nvSpPr>
          <p:cNvPr id="939" name="Google Shape;939;p136"/>
          <p:cNvSpPr/>
          <p:nvPr/>
        </p:nvSpPr>
        <p:spPr>
          <a:xfrm rot="5400000">
            <a:off x="2622768" y="2928774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0" name="Google Shape;940;p136"/>
          <p:cNvGrpSpPr/>
          <p:nvPr/>
        </p:nvGrpSpPr>
        <p:grpSpPr>
          <a:xfrm>
            <a:off x="1676400" y="2971800"/>
            <a:ext cx="2589212" cy="601662"/>
            <a:chOff x="1359390" y="3468942"/>
            <a:chExt cx="1971079" cy="492769"/>
          </a:xfrm>
        </p:grpSpPr>
        <p:sp>
          <p:nvSpPr>
            <p:cNvPr id="941" name="Google Shape;941;p136"/>
            <p:cNvSpPr/>
            <p:nvPr/>
          </p:nvSpPr>
          <p:spPr>
            <a:xfrm>
              <a:off x="1359390" y="3468942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6"/>
            <p:cNvSpPr txBox="1"/>
            <p:nvPr/>
          </p:nvSpPr>
          <p:spPr>
            <a:xfrm>
              <a:off x="1373892" y="3483244"/>
              <a:ext cx="1942075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config</a:t>
              </a:r>
              <a:endParaRPr/>
            </a:p>
          </p:txBody>
        </p:sp>
      </p:grpSp>
      <p:sp>
        <p:nvSpPr>
          <p:cNvPr id="943" name="Google Shape;943;p136"/>
          <p:cNvSpPr/>
          <p:nvPr/>
        </p:nvSpPr>
        <p:spPr>
          <a:xfrm rot="5400000">
            <a:off x="2622768" y="3594014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4" name="Google Shape;944;p136"/>
          <p:cNvGrpSpPr/>
          <p:nvPr/>
        </p:nvGrpSpPr>
        <p:grpSpPr>
          <a:xfrm>
            <a:off x="1676400" y="3636962"/>
            <a:ext cx="2589212" cy="601662"/>
            <a:chOff x="1359390" y="4134182"/>
            <a:chExt cx="1971079" cy="492769"/>
          </a:xfrm>
        </p:grpSpPr>
        <p:sp>
          <p:nvSpPr>
            <p:cNvPr id="945" name="Google Shape;945;p136"/>
            <p:cNvSpPr/>
            <p:nvPr/>
          </p:nvSpPr>
          <p:spPr>
            <a:xfrm>
              <a:off x="1359390" y="4134182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6"/>
            <p:cNvSpPr txBox="1"/>
            <p:nvPr/>
          </p:nvSpPr>
          <p:spPr>
            <a:xfrm>
              <a:off x="1373892" y="4148484"/>
              <a:ext cx="1942075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</p:grpSp>
      <p:sp>
        <p:nvSpPr>
          <p:cNvPr id="947" name="Google Shape;947;p136"/>
          <p:cNvSpPr/>
          <p:nvPr/>
        </p:nvSpPr>
        <p:spPr>
          <a:xfrm rot="5400000">
            <a:off x="2622768" y="4259253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8" name="Google Shape;948;p136"/>
          <p:cNvGrpSpPr/>
          <p:nvPr/>
        </p:nvGrpSpPr>
        <p:grpSpPr>
          <a:xfrm>
            <a:off x="1676400" y="4302125"/>
            <a:ext cx="2589212" cy="601662"/>
            <a:chOff x="1359390" y="4799421"/>
            <a:chExt cx="1971079" cy="492769"/>
          </a:xfrm>
        </p:grpSpPr>
        <p:sp>
          <p:nvSpPr>
            <p:cNvPr id="949" name="Google Shape;949;p136"/>
            <p:cNvSpPr/>
            <p:nvPr/>
          </p:nvSpPr>
          <p:spPr>
            <a:xfrm>
              <a:off x="1359390" y="4799421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6"/>
            <p:cNvSpPr txBox="1"/>
            <p:nvPr/>
          </p:nvSpPr>
          <p:spPr>
            <a:xfrm>
              <a:off x="1373892" y="4813723"/>
              <a:ext cx="1942075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</a:t>
              </a:r>
              <a:endParaRPr/>
            </a:p>
          </p:txBody>
        </p:sp>
      </p:grpSp>
      <p:sp>
        <p:nvSpPr>
          <p:cNvPr id="951" name="Google Shape;951;p136"/>
          <p:cNvSpPr/>
          <p:nvPr/>
        </p:nvSpPr>
        <p:spPr>
          <a:xfrm rot="5400000">
            <a:off x="2622768" y="4924492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136"/>
          <p:cNvGrpSpPr/>
          <p:nvPr/>
        </p:nvGrpSpPr>
        <p:grpSpPr>
          <a:xfrm>
            <a:off x="1676400" y="5645150"/>
            <a:ext cx="2589212" cy="601662"/>
            <a:chOff x="1359390" y="5464661"/>
            <a:chExt cx="1971079" cy="492769"/>
          </a:xfrm>
        </p:grpSpPr>
        <p:sp>
          <p:nvSpPr>
            <p:cNvPr id="953" name="Google Shape;953;p136"/>
            <p:cNvSpPr/>
            <p:nvPr/>
          </p:nvSpPr>
          <p:spPr>
            <a:xfrm>
              <a:off x="1359390" y="5464661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6"/>
            <p:cNvSpPr txBox="1"/>
            <p:nvPr/>
          </p:nvSpPr>
          <p:spPr>
            <a:xfrm>
              <a:off x="1373892" y="5478963"/>
              <a:ext cx="1942075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exception</a:t>
              </a:r>
              <a:endParaRPr/>
            </a:p>
          </p:txBody>
        </p:sp>
      </p:grpSp>
      <p:grpSp>
        <p:nvGrpSpPr>
          <p:cNvPr id="955" name="Google Shape;955;p136"/>
          <p:cNvGrpSpPr/>
          <p:nvPr/>
        </p:nvGrpSpPr>
        <p:grpSpPr>
          <a:xfrm>
            <a:off x="4719637" y="304800"/>
            <a:ext cx="2587625" cy="601662"/>
            <a:chOff x="4401968" y="774077"/>
            <a:chExt cx="1971079" cy="492769"/>
          </a:xfrm>
        </p:grpSpPr>
        <p:sp>
          <p:nvSpPr>
            <p:cNvPr id="956" name="Google Shape;956;p136"/>
            <p:cNvSpPr/>
            <p:nvPr/>
          </p:nvSpPr>
          <p:spPr>
            <a:xfrm>
              <a:off x="4401968" y="774077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6"/>
            <p:cNvSpPr txBox="1"/>
            <p:nvPr/>
          </p:nvSpPr>
          <p:spPr>
            <a:xfrm>
              <a:off x="4416479" y="788379"/>
              <a:ext cx="1942057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HttpServletRequest</a:t>
              </a:r>
              <a:endParaRPr/>
            </a:p>
          </p:txBody>
        </p:sp>
      </p:grpSp>
      <p:sp>
        <p:nvSpPr>
          <p:cNvPr id="958" name="Google Shape;958;p136"/>
          <p:cNvSpPr/>
          <p:nvPr/>
        </p:nvSpPr>
        <p:spPr>
          <a:xfrm rot="5400000">
            <a:off x="5665347" y="926859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136"/>
          <p:cNvGrpSpPr/>
          <p:nvPr/>
        </p:nvGrpSpPr>
        <p:grpSpPr>
          <a:xfrm>
            <a:off x="4719637" y="969962"/>
            <a:ext cx="2587625" cy="601662"/>
            <a:chOff x="4401968" y="1439317"/>
            <a:chExt cx="1971079" cy="492769"/>
          </a:xfrm>
        </p:grpSpPr>
        <p:sp>
          <p:nvSpPr>
            <p:cNvPr id="960" name="Google Shape;960;p136"/>
            <p:cNvSpPr/>
            <p:nvPr/>
          </p:nvSpPr>
          <p:spPr>
            <a:xfrm>
              <a:off x="4401968" y="1439317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6"/>
            <p:cNvSpPr txBox="1"/>
            <p:nvPr/>
          </p:nvSpPr>
          <p:spPr>
            <a:xfrm>
              <a:off x="4416479" y="1453619"/>
              <a:ext cx="1942057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HttpServletResponse</a:t>
              </a:r>
              <a:endParaRPr/>
            </a:p>
          </p:txBody>
        </p:sp>
      </p:grpSp>
      <p:sp>
        <p:nvSpPr>
          <p:cNvPr id="962" name="Google Shape;962;p136"/>
          <p:cNvSpPr/>
          <p:nvPr/>
        </p:nvSpPr>
        <p:spPr>
          <a:xfrm rot="5400000">
            <a:off x="5674800" y="1586076"/>
            <a:ext cx="86444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3" name="Google Shape;963;p136"/>
          <p:cNvGrpSpPr/>
          <p:nvPr/>
        </p:nvGrpSpPr>
        <p:grpSpPr>
          <a:xfrm>
            <a:off x="4719637" y="1633537"/>
            <a:ext cx="2587625" cy="601662"/>
            <a:chOff x="4401968" y="2089083"/>
            <a:chExt cx="1971079" cy="492769"/>
          </a:xfrm>
        </p:grpSpPr>
        <p:sp>
          <p:nvSpPr>
            <p:cNvPr id="964" name="Google Shape;964;p136"/>
            <p:cNvSpPr/>
            <p:nvPr/>
          </p:nvSpPr>
          <p:spPr>
            <a:xfrm>
              <a:off x="4401968" y="2089083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6"/>
            <p:cNvSpPr txBox="1"/>
            <p:nvPr/>
          </p:nvSpPr>
          <p:spPr>
            <a:xfrm>
              <a:off x="4416479" y="2103385"/>
              <a:ext cx="1942057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JspWriter</a:t>
              </a:r>
              <a:endParaRPr/>
            </a:p>
          </p:txBody>
        </p:sp>
      </p:grpSp>
      <p:sp>
        <p:nvSpPr>
          <p:cNvPr id="966" name="Google Shape;966;p136"/>
          <p:cNvSpPr/>
          <p:nvPr/>
        </p:nvSpPr>
        <p:spPr>
          <a:xfrm rot="5400000">
            <a:off x="5655897" y="2247885"/>
            <a:ext cx="124250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7" name="Google Shape;967;p136"/>
          <p:cNvGrpSpPr/>
          <p:nvPr/>
        </p:nvGrpSpPr>
        <p:grpSpPr>
          <a:xfrm>
            <a:off x="4719637" y="2300287"/>
            <a:ext cx="2587625" cy="601662"/>
            <a:chOff x="4401968" y="2769795"/>
            <a:chExt cx="1971079" cy="492769"/>
          </a:xfrm>
        </p:grpSpPr>
        <p:sp>
          <p:nvSpPr>
            <p:cNvPr id="968" name="Google Shape;968;p136"/>
            <p:cNvSpPr/>
            <p:nvPr/>
          </p:nvSpPr>
          <p:spPr>
            <a:xfrm>
              <a:off x="4401968" y="2769795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6"/>
            <p:cNvSpPr txBox="1"/>
            <p:nvPr/>
          </p:nvSpPr>
          <p:spPr>
            <a:xfrm>
              <a:off x="4416479" y="2784097"/>
              <a:ext cx="1942057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HttpSession</a:t>
              </a:r>
              <a:endParaRPr/>
            </a:p>
          </p:txBody>
        </p:sp>
      </p:grpSp>
      <p:sp>
        <p:nvSpPr>
          <p:cNvPr id="970" name="Google Shape;970;p136"/>
          <p:cNvSpPr/>
          <p:nvPr/>
        </p:nvSpPr>
        <p:spPr>
          <a:xfrm rot="5400000">
            <a:off x="5665347" y="2922577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1" name="Google Shape;971;p136"/>
          <p:cNvGrpSpPr/>
          <p:nvPr/>
        </p:nvGrpSpPr>
        <p:grpSpPr>
          <a:xfrm>
            <a:off x="4719637" y="2965450"/>
            <a:ext cx="2587625" cy="601662"/>
            <a:chOff x="4401968" y="3435035"/>
            <a:chExt cx="1971079" cy="492769"/>
          </a:xfrm>
        </p:grpSpPr>
        <p:sp>
          <p:nvSpPr>
            <p:cNvPr id="972" name="Google Shape;972;p136"/>
            <p:cNvSpPr/>
            <p:nvPr/>
          </p:nvSpPr>
          <p:spPr>
            <a:xfrm>
              <a:off x="4401968" y="3435035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6"/>
            <p:cNvSpPr txBox="1"/>
            <p:nvPr/>
          </p:nvSpPr>
          <p:spPr>
            <a:xfrm>
              <a:off x="4416479" y="3449337"/>
              <a:ext cx="1942057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ServletConfig</a:t>
              </a:r>
              <a:endParaRPr/>
            </a:p>
          </p:txBody>
        </p:sp>
      </p:grpSp>
      <p:sp>
        <p:nvSpPr>
          <p:cNvPr id="974" name="Google Shape;974;p136"/>
          <p:cNvSpPr/>
          <p:nvPr/>
        </p:nvSpPr>
        <p:spPr>
          <a:xfrm rot="5400000">
            <a:off x="5665347" y="3587816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136"/>
          <p:cNvGrpSpPr/>
          <p:nvPr/>
        </p:nvGrpSpPr>
        <p:grpSpPr>
          <a:xfrm>
            <a:off x="4719637" y="3630612"/>
            <a:ext cx="2587625" cy="601662"/>
            <a:chOff x="4401968" y="4100274"/>
            <a:chExt cx="1971079" cy="492769"/>
          </a:xfrm>
        </p:grpSpPr>
        <p:sp>
          <p:nvSpPr>
            <p:cNvPr id="976" name="Google Shape;976;p136"/>
            <p:cNvSpPr/>
            <p:nvPr/>
          </p:nvSpPr>
          <p:spPr>
            <a:xfrm>
              <a:off x="4401968" y="4100274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6"/>
            <p:cNvSpPr txBox="1"/>
            <p:nvPr/>
          </p:nvSpPr>
          <p:spPr>
            <a:xfrm>
              <a:off x="4416479" y="4114576"/>
              <a:ext cx="1942057" cy="464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ServletContext</a:t>
              </a:r>
              <a:endParaRPr/>
            </a:p>
          </p:txBody>
        </p:sp>
      </p:grpSp>
      <p:sp>
        <p:nvSpPr>
          <p:cNvPr id="978" name="Google Shape;978;p136"/>
          <p:cNvSpPr/>
          <p:nvPr/>
        </p:nvSpPr>
        <p:spPr>
          <a:xfrm rot="5400000">
            <a:off x="5665347" y="4253056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9" name="Google Shape;979;p136"/>
          <p:cNvGrpSpPr/>
          <p:nvPr/>
        </p:nvGrpSpPr>
        <p:grpSpPr>
          <a:xfrm>
            <a:off x="4719637" y="4295775"/>
            <a:ext cx="2587625" cy="603250"/>
            <a:chOff x="4401968" y="4765514"/>
            <a:chExt cx="1971079" cy="492769"/>
          </a:xfrm>
        </p:grpSpPr>
        <p:sp>
          <p:nvSpPr>
            <p:cNvPr id="980" name="Google Shape;980;p136"/>
            <p:cNvSpPr/>
            <p:nvPr/>
          </p:nvSpPr>
          <p:spPr>
            <a:xfrm>
              <a:off x="4401968" y="4765514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6"/>
            <p:cNvSpPr txBox="1"/>
            <p:nvPr/>
          </p:nvSpPr>
          <p:spPr>
            <a:xfrm>
              <a:off x="4416479" y="4779779"/>
              <a:ext cx="1942057" cy="464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Object</a:t>
              </a:r>
              <a:endParaRPr/>
            </a:p>
          </p:txBody>
        </p:sp>
      </p:grpSp>
      <p:sp>
        <p:nvSpPr>
          <p:cNvPr id="982" name="Google Shape;982;p136"/>
          <p:cNvSpPr/>
          <p:nvPr/>
        </p:nvSpPr>
        <p:spPr>
          <a:xfrm rot="5400000">
            <a:off x="5665347" y="4918295"/>
            <a:ext cx="105349" cy="113243"/>
          </a:xfrm>
          <a:prstGeom prst="rightArrow">
            <a:avLst>
              <a:gd fmla="val 667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3" name="Google Shape;983;p136"/>
          <p:cNvGrpSpPr/>
          <p:nvPr/>
        </p:nvGrpSpPr>
        <p:grpSpPr>
          <a:xfrm>
            <a:off x="4719637" y="5638800"/>
            <a:ext cx="2587625" cy="601662"/>
            <a:chOff x="4401968" y="5430753"/>
            <a:chExt cx="1971079" cy="492769"/>
          </a:xfrm>
        </p:grpSpPr>
        <p:sp>
          <p:nvSpPr>
            <p:cNvPr id="984" name="Google Shape;984;p136"/>
            <p:cNvSpPr/>
            <p:nvPr/>
          </p:nvSpPr>
          <p:spPr>
            <a:xfrm>
              <a:off x="4401968" y="5430753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6"/>
            <p:cNvSpPr txBox="1"/>
            <p:nvPr/>
          </p:nvSpPr>
          <p:spPr>
            <a:xfrm>
              <a:off x="4416479" y="5445055"/>
              <a:ext cx="1942057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Throwable</a:t>
              </a:r>
              <a:endParaRPr/>
            </a:p>
          </p:txBody>
        </p:sp>
      </p:grpSp>
      <p:pic>
        <p:nvPicPr>
          <p:cNvPr id="986" name="Google Shape;986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19262" y="755650"/>
            <a:ext cx="5181600" cy="53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5150" y="646112"/>
            <a:ext cx="5175250" cy="533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8" name="Google Shape;988;p136"/>
          <p:cNvGrpSpPr/>
          <p:nvPr/>
        </p:nvGrpSpPr>
        <p:grpSpPr>
          <a:xfrm>
            <a:off x="1695450" y="4959350"/>
            <a:ext cx="2587625" cy="601662"/>
            <a:chOff x="1359390" y="807985"/>
            <a:chExt cx="1971079" cy="492769"/>
          </a:xfrm>
        </p:grpSpPr>
        <p:sp>
          <p:nvSpPr>
            <p:cNvPr id="989" name="Google Shape;989;p136"/>
            <p:cNvSpPr/>
            <p:nvPr/>
          </p:nvSpPr>
          <p:spPr>
            <a:xfrm>
              <a:off x="1359390" y="807985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6"/>
            <p:cNvSpPr txBox="1"/>
            <p:nvPr/>
          </p:nvSpPr>
          <p:spPr>
            <a:xfrm>
              <a:off x="1373901" y="822287"/>
              <a:ext cx="1942057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pageContext</a:t>
              </a:r>
              <a:endParaRPr/>
            </a:p>
          </p:txBody>
        </p:sp>
      </p:grpSp>
      <p:grpSp>
        <p:nvGrpSpPr>
          <p:cNvPr id="991" name="Google Shape;991;p136"/>
          <p:cNvGrpSpPr/>
          <p:nvPr/>
        </p:nvGrpSpPr>
        <p:grpSpPr>
          <a:xfrm>
            <a:off x="4738687" y="4953000"/>
            <a:ext cx="2587625" cy="601662"/>
            <a:chOff x="4401968" y="774077"/>
            <a:chExt cx="1971079" cy="492769"/>
          </a:xfrm>
        </p:grpSpPr>
        <p:sp>
          <p:nvSpPr>
            <p:cNvPr id="992" name="Google Shape;992;p136"/>
            <p:cNvSpPr/>
            <p:nvPr/>
          </p:nvSpPr>
          <p:spPr>
            <a:xfrm>
              <a:off x="4401968" y="774077"/>
              <a:ext cx="1971079" cy="492769"/>
            </a:xfrm>
            <a:prstGeom prst="roundRect">
              <a:avLst>
                <a:gd fmla="val 2160" name="adj"/>
              </a:avLst>
            </a:prstGeom>
            <a:solidFill>
              <a:srgbClr val="CECECE">
                <a:alpha val="89803"/>
              </a:srgbClr>
            </a:solidFill>
            <a:ln cap="flat" cmpd="sng" w="19050">
              <a:solidFill>
                <a:srgbClr val="CECEC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6"/>
            <p:cNvSpPr txBox="1"/>
            <p:nvPr/>
          </p:nvSpPr>
          <p:spPr>
            <a:xfrm>
              <a:off x="4416479" y="788379"/>
              <a:ext cx="1942057" cy="464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PageContext</a:t>
              </a:r>
              <a:endParaRPr/>
            </a:p>
          </p:txBody>
        </p:sp>
      </p:grpSp>
      <p:sp>
        <p:nvSpPr>
          <p:cNvPr id="994" name="Google Shape;994;p136"/>
          <p:cNvSpPr txBox="1"/>
          <p:nvPr/>
        </p:nvSpPr>
        <p:spPr>
          <a:xfrm>
            <a:off x="185737" y="6411912"/>
            <a:ext cx="8255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Class</a:t>
            </a:r>
            <a:endParaRPr/>
          </a:p>
        </p:txBody>
      </p:sp>
      <p:sp>
        <p:nvSpPr>
          <p:cNvPr id="995" name="Google Shape;995;p136"/>
          <p:cNvSpPr txBox="1"/>
          <p:nvPr/>
        </p:nvSpPr>
        <p:spPr>
          <a:xfrm>
            <a:off x="0" y="6324600"/>
            <a:ext cx="385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996" name="Google Shape;996;p136"/>
          <p:cNvSpPr txBox="1"/>
          <p:nvPr/>
        </p:nvSpPr>
        <p:spPr>
          <a:xfrm>
            <a:off x="7005637" y="4154487"/>
            <a:ext cx="385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997" name="Google Shape;997;p136"/>
          <p:cNvSpPr txBox="1"/>
          <p:nvPr/>
        </p:nvSpPr>
        <p:spPr>
          <a:xfrm>
            <a:off x="7005637" y="1501775"/>
            <a:ext cx="385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998" name="Google Shape;998;p136"/>
          <p:cNvSpPr txBox="1"/>
          <p:nvPr/>
        </p:nvSpPr>
        <p:spPr>
          <a:xfrm>
            <a:off x="7005637" y="5514975"/>
            <a:ext cx="385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999" name="Google Shape;999;p136"/>
          <p:cNvSpPr txBox="1"/>
          <p:nvPr/>
        </p:nvSpPr>
        <p:spPr>
          <a:xfrm>
            <a:off x="7015162" y="4814887"/>
            <a:ext cx="3841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4175"/>
            <a:ext cx="7010400" cy="58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637" y="536575"/>
            <a:ext cx="753586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1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" y="158750"/>
            <a:ext cx="8845550" cy="65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52400"/>
            <a:ext cx="8199437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13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425" y="1457325"/>
            <a:ext cx="854075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384175"/>
            <a:ext cx="71691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1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384175"/>
            <a:ext cx="8766175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0"/>
            <a:ext cx="876617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686800" cy="63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43"/>
          <p:cNvSpPr txBox="1"/>
          <p:nvPr/>
        </p:nvSpPr>
        <p:spPr>
          <a:xfrm>
            <a:off x="0" y="39687"/>
            <a:ext cx="32877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Some Methods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Google Shape;1042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73025"/>
            <a:ext cx="7596187" cy="122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3" name="Google Shape;1043;p144"/>
          <p:cNvGrpSpPr/>
          <p:nvPr/>
        </p:nvGrpSpPr>
        <p:grpSpPr>
          <a:xfrm>
            <a:off x="304800" y="231649"/>
            <a:ext cx="8610600" cy="6245351"/>
            <a:chOff x="-7614" y="2244959"/>
            <a:chExt cx="8610600" cy="4003441"/>
          </a:xfrm>
        </p:grpSpPr>
        <p:grpSp>
          <p:nvGrpSpPr>
            <p:cNvPr id="1044" name="Google Shape;1044;p144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045" name="Google Shape;1045;p144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44"/>
              <p:cNvSpPr txBox="1"/>
              <p:nvPr/>
            </p:nvSpPr>
            <p:spPr>
              <a:xfrm>
                <a:off x="-7614" y="365365"/>
                <a:ext cx="7940675" cy="30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&lt;%@page isErrorPage= “true” 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The server has encountered following error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Exception&lt;%=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exception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Message&lt;%=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exception.getMessage()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Local Message&lt;%= 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exception.getLocalizedMessage()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&lt;/body&gt;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&lt;html&gt;</a:t>
                </a:r>
                <a:endParaRPr/>
              </a:p>
            </p:txBody>
          </p:sp>
        </p:grpSp>
        <p:pic>
          <p:nvPicPr>
            <p:cNvPr id="1047" name="Google Shape;1047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34946" y="2244959"/>
              <a:ext cx="2974848" cy="87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575" y="384175"/>
            <a:ext cx="7156450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" y="231775"/>
            <a:ext cx="9083675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Google Shape;1062;p1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" y="85725"/>
            <a:ext cx="8497887" cy="67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147"/>
          <p:cNvSpPr txBox="1"/>
          <p:nvPr/>
        </p:nvSpPr>
        <p:spPr>
          <a:xfrm>
            <a:off x="5336485" y="2147455"/>
            <a:ext cx="569387" cy="40011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73025"/>
            <a:ext cx="7596187" cy="122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9" name="Google Shape;1069;p148"/>
          <p:cNvGrpSpPr/>
          <p:nvPr/>
        </p:nvGrpSpPr>
        <p:grpSpPr>
          <a:xfrm>
            <a:off x="304800" y="463296"/>
            <a:ext cx="8610600" cy="3040316"/>
            <a:chOff x="-7614" y="2198467"/>
            <a:chExt cx="8610600" cy="4049933"/>
          </a:xfrm>
        </p:grpSpPr>
        <p:grpSp>
          <p:nvGrpSpPr>
            <p:cNvPr id="1070" name="Google Shape;1070;p148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071" name="Google Shape;1071;p148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148"/>
              <p:cNvSpPr txBox="1"/>
              <p:nvPr/>
            </p:nvSpPr>
            <p:spPr>
              <a:xfrm>
                <a:off x="-7614" y="364139"/>
                <a:ext cx="7940675" cy="3032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&lt;error-page&gt;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&lt;exception-type&gt;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java.lang.NullPointerException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&lt;/exception-type&gt;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&lt;location&gt;/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error.html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&lt;/location&gt;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&lt;/error-page&gt;</a:t>
                </a:r>
                <a:endParaRPr/>
              </a:p>
            </p:txBody>
          </p:sp>
        </p:grpSp>
        <p:pic>
          <p:nvPicPr>
            <p:cNvPr id="1073" name="Google Shape;1073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11858" y="2198467"/>
              <a:ext cx="3285744" cy="151038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74" name="Google Shape;1074;p1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287" y="3273425"/>
            <a:ext cx="7596187" cy="123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5" name="Google Shape;1075;p148"/>
          <p:cNvGrpSpPr/>
          <p:nvPr/>
        </p:nvGrpSpPr>
        <p:grpSpPr>
          <a:xfrm>
            <a:off x="228600" y="4138612"/>
            <a:ext cx="8610600" cy="2566987"/>
            <a:chOff x="-312414" y="121134"/>
            <a:chExt cx="8610600" cy="3419240"/>
          </a:xfrm>
        </p:grpSpPr>
        <p:sp>
          <p:nvSpPr>
            <p:cNvPr id="1076" name="Google Shape;1076;p148"/>
            <p:cNvSpPr/>
            <p:nvPr/>
          </p:nvSpPr>
          <p:spPr>
            <a:xfrm>
              <a:off x="-312414" y="121134"/>
              <a:ext cx="8610600" cy="341924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8"/>
            <p:cNvSpPr txBox="1"/>
            <p:nvPr/>
          </p:nvSpPr>
          <p:spPr>
            <a:xfrm>
              <a:off x="-7614" y="364308"/>
              <a:ext cx="7940675" cy="3032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&lt;html&gt; &lt;body&gt;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&lt;h1&gt;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 r here bCoz of NULL Pointer Exception!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&lt;/h1&gt;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&lt;/body&gt; &lt;/html&gt;</a:t>
              </a:r>
              <a:endParaRPr/>
            </a:p>
          </p:txBody>
        </p: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73025"/>
            <a:ext cx="7572375" cy="100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3" name="Google Shape;1083;p149"/>
          <p:cNvGrpSpPr/>
          <p:nvPr/>
        </p:nvGrpSpPr>
        <p:grpSpPr>
          <a:xfrm>
            <a:off x="304800" y="231648"/>
            <a:ext cx="8610600" cy="3043364"/>
            <a:chOff x="-7614" y="2194407"/>
            <a:chExt cx="8610600" cy="4053993"/>
          </a:xfrm>
        </p:grpSpPr>
        <p:grpSp>
          <p:nvGrpSpPr>
            <p:cNvPr id="1084" name="Google Shape;1084;p149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085" name="Google Shape;1085;p149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149"/>
              <p:cNvSpPr txBox="1"/>
              <p:nvPr/>
            </p:nvSpPr>
            <p:spPr>
              <a:xfrm>
                <a:off x="-7614" y="364139"/>
                <a:ext cx="7940675" cy="3032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&lt;error-page&gt;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&lt;exception-type&gt;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java.lang.SQLException&lt;/exception-type&gt;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&lt;location&gt;/</a:t>
                </a:r>
                <a:r>
                  <a:rPr b="0" i="0" lang="en-US" sz="2800" u="none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error.jsp</a:t>
                </a: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&lt;/location&gt;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&lt;/error-page&gt;</a:t>
                </a:r>
                <a:endParaRPr/>
              </a:p>
            </p:txBody>
          </p:sp>
        </p:grpSp>
        <p:pic>
          <p:nvPicPr>
            <p:cNvPr id="1087" name="Google Shape;1087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11858" y="2194407"/>
              <a:ext cx="3285744" cy="151038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8" name="Google Shape;1088;p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0" y="2809875"/>
            <a:ext cx="7572375" cy="95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9" name="Google Shape;1089;p149"/>
          <p:cNvGrpSpPr/>
          <p:nvPr/>
        </p:nvGrpSpPr>
        <p:grpSpPr>
          <a:xfrm>
            <a:off x="228600" y="3505200"/>
            <a:ext cx="8610600" cy="3200400"/>
            <a:chOff x="-312414" y="121134"/>
            <a:chExt cx="8610600" cy="3419240"/>
          </a:xfrm>
        </p:grpSpPr>
        <p:sp>
          <p:nvSpPr>
            <p:cNvPr id="1090" name="Google Shape;1090;p149"/>
            <p:cNvSpPr/>
            <p:nvPr/>
          </p:nvSpPr>
          <p:spPr>
            <a:xfrm>
              <a:off x="-312414" y="121134"/>
              <a:ext cx="8610600" cy="341924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9"/>
            <p:cNvSpPr txBox="1"/>
            <p:nvPr/>
          </p:nvSpPr>
          <p:spPr>
            <a:xfrm>
              <a:off x="-7614" y="365365"/>
              <a:ext cx="7940675" cy="3030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&lt;@page isErrorPage=“true” %&gt;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&lt;html&gt;&lt;body&gt;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server has encountered following error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&lt;%=exception%&gt;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&lt;%=exception.getMessage()%&gt;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&lt;%=exception.getLocalizedMessage()%&gt;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&lt;%=exception.printStackTrace()%&gt;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&lt;/body&gt;&lt;/html&gt;</a:t>
              </a:r>
              <a:endParaRPr/>
            </a:p>
          </p:txBody>
        </p: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575" y="384175"/>
            <a:ext cx="721201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1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837" y="890587"/>
            <a:ext cx="9094787" cy="57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070975" cy="8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5887" y="0"/>
            <a:ext cx="7596187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2400" y="993775"/>
            <a:ext cx="9144000" cy="58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312" y="73025"/>
            <a:ext cx="7596187" cy="122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4" name="Google Shape;1114;p153"/>
          <p:cNvGrpSpPr/>
          <p:nvPr/>
        </p:nvGrpSpPr>
        <p:grpSpPr>
          <a:xfrm>
            <a:off x="304800" y="384048"/>
            <a:ext cx="8610600" cy="5483352"/>
            <a:chOff x="-7614" y="2238354"/>
            <a:chExt cx="8610600" cy="4010046"/>
          </a:xfrm>
        </p:grpSpPr>
        <p:grpSp>
          <p:nvGrpSpPr>
            <p:cNvPr id="1115" name="Google Shape;1115;p153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116" name="Google Shape;1116;p153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153"/>
              <p:cNvSpPr txBox="1"/>
              <p:nvPr/>
            </p:nvSpPr>
            <p:spPr>
              <a:xfrm>
                <a:off x="-7614" y="365151"/>
                <a:ext cx="7940675" cy="3030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try{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throw new JspException(“Generated JspException”);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}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catch(JspException je)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{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	out.println(e);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	}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Arial"/>
                  <a:buNone/>
                </a:pPr>
                <a:r>
                  <a:rPr b="0" i="0" lang="en-US" sz="28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%&gt;</a:t>
                </a:r>
                <a:endParaRPr/>
              </a:p>
            </p:txBody>
          </p:sp>
        </p:grpSp>
        <p:pic>
          <p:nvPicPr>
            <p:cNvPr id="1118" name="Google Shape;1118;p1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8850" y="2238354"/>
              <a:ext cx="2974848" cy="887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4175"/>
            <a:ext cx="7010400" cy="58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637" y="536575"/>
            <a:ext cx="7535862" cy="58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Google Shape;1129;p1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" y="304800"/>
            <a:ext cx="8924925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" y="244475"/>
            <a:ext cx="7486650" cy="16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15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670050"/>
            <a:ext cx="76200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" y="244475"/>
            <a:ext cx="7486650" cy="16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15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450975"/>
            <a:ext cx="7620000" cy="52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" name="Google Shape;1146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73025"/>
            <a:ext cx="7572375" cy="100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7" name="Google Shape;1147;p158"/>
          <p:cNvGrpSpPr/>
          <p:nvPr/>
        </p:nvGrpSpPr>
        <p:grpSpPr>
          <a:xfrm>
            <a:off x="304800" y="280416"/>
            <a:ext cx="8610600" cy="3300984"/>
            <a:chOff x="-7614" y="2262407"/>
            <a:chExt cx="8610600" cy="3985993"/>
          </a:xfrm>
        </p:grpSpPr>
        <p:grpSp>
          <p:nvGrpSpPr>
            <p:cNvPr id="1148" name="Google Shape;1148;p158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149" name="Google Shape;1149;p158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158"/>
              <p:cNvSpPr txBox="1"/>
              <p:nvPr/>
            </p:nvSpPr>
            <p:spPr>
              <a:xfrm>
                <a:off x="-7614" y="364017"/>
                <a:ext cx="7940675" cy="3030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&lt;%=request.getParameter(“uNm”))%&gt;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&lt;jsp:forward page=“Page2.jsp”/&gt;</a:t>
                </a:r>
                <a:endParaRPr/>
              </a:p>
            </p:txBody>
          </p:sp>
        </p:grpSp>
        <p:pic>
          <p:nvPicPr>
            <p:cNvPr id="1151" name="Google Shape;1151;p1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1458" y="2262407"/>
              <a:ext cx="2974848" cy="1369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2" name="Google Shape;1152;p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0" y="3462337"/>
            <a:ext cx="7572375" cy="95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3" name="Google Shape;1153;p158"/>
          <p:cNvGrpSpPr/>
          <p:nvPr/>
        </p:nvGrpSpPr>
        <p:grpSpPr>
          <a:xfrm>
            <a:off x="228600" y="3733800"/>
            <a:ext cx="8610600" cy="2971800"/>
            <a:chOff x="-312414" y="365365"/>
            <a:chExt cx="8610600" cy="3175008"/>
          </a:xfrm>
        </p:grpSpPr>
        <p:sp>
          <p:nvSpPr>
            <p:cNvPr id="1154" name="Google Shape;1154;p158"/>
            <p:cNvSpPr/>
            <p:nvPr/>
          </p:nvSpPr>
          <p:spPr>
            <a:xfrm>
              <a:off x="-312414" y="853826"/>
              <a:ext cx="8610600" cy="2686547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8"/>
            <p:cNvSpPr txBox="1"/>
            <p:nvPr/>
          </p:nvSpPr>
          <p:spPr>
            <a:xfrm>
              <a:off x="-7614" y="365365"/>
              <a:ext cx="7940675" cy="30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&lt;html&gt;&lt;body&gt;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User Name : &lt;%=request.getParameter(“uNm”)%&gt;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&lt;/body&gt;&lt;/html&gt;</a:t>
              </a:r>
              <a:endParaRPr/>
            </a:p>
          </p:txBody>
        </p:sp>
      </p:grp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" y="244475"/>
            <a:ext cx="7486650" cy="16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15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450975"/>
            <a:ext cx="7620000" cy="52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73025"/>
            <a:ext cx="7572375" cy="100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" name="Google Shape;1167;p160"/>
          <p:cNvGrpSpPr/>
          <p:nvPr/>
        </p:nvGrpSpPr>
        <p:grpSpPr>
          <a:xfrm>
            <a:off x="304800" y="280416"/>
            <a:ext cx="8610600" cy="3300984"/>
            <a:chOff x="-7614" y="2262407"/>
            <a:chExt cx="8610600" cy="3985993"/>
          </a:xfrm>
        </p:grpSpPr>
        <p:grpSp>
          <p:nvGrpSpPr>
            <p:cNvPr id="1168" name="Google Shape;1168;p160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169" name="Google Shape;1169;p160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160"/>
              <p:cNvSpPr txBox="1"/>
              <p:nvPr/>
            </p:nvSpPr>
            <p:spPr>
              <a:xfrm>
                <a:off x="-7614" y="364017"/>
                <a:ext cx="7940675" cy="3030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&lt;%=session.setAttribute(“uNm”, “ram”))%&gt;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&lt;jsp:forward page=“Page2.jsp”/&gt;</a:t>
                </a:r>
                <a:endParaRPr/>
              </a:p>
            </p:txBody>
          </p:sp>
        </p:grpSp>
        <p:pic>
          <p:nvPicPr>
            <p:cNvPr id="1171" name="Google Shape;1171;p1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1458" y="2262407"/>
              <a:ext cx="2974848" cy="1369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2" name="Google Shape;1172;p1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0" y="3462337"/>
            <a:ext cx="7572375" cy="95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3" name="Google Shape;1173;p160"/>
          <p:cNvGrpSpPr/>
          <p:nvPr/>
        </p:nvGrpSpPr>
        <p:grpSpPr>
          <a:xfrm>
            <a:off x="228600" y="3733800"/>
            <a:ext cx="8610600" cy="2971800"/>
            <a:chOff x="-312414" y="365365"/>
            <a:chExt cx="8610600" cy="3175008"/>
          </a:xfrm>
        </p:grpSpPr>
        <p:sp>
          <p:nvSpPr>
            <p:cNvPr id="1174" name="Google Shape;1174;p160"/>
            <p:cNvSpPr/>
            <p:nvPr/>
          </p:nvSpPr>
          <p:spPr>
            <a:xfrm>
              <a:off x="-312414" y="853826"/>
              <a:ext cx="8610600" cy="2686547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0"/>
            <p:cNvSpPr txBox="1"/>
            <p:nvPr/>
          </p:nvSpPr>
          <p:spPr>
            <a:xfrm>
              <a:off x="-7614" y="365365"/>
              <a:ext cx="7940675" cy="30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&lt;html&gt;&lt;body&gt;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User Name : &lt;%=session.getAttribute(“uNm”)%&gt;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&lt;/body&gt;&lt;/html&gt;</a:t>
              </a:r>
              <a:endParaRPr/>
            </a:p>
          </p:txBody>
        </p:sp>
      </p:grp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" y="244475"/>
            <a:ext cx="7486650" cy="16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16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450975"/>
            <a:ext cx="7620000" cy="52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Google Shape;118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" y="73025"/>
            <a:ext cx="7572375" cy="100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7" name="Google Shape;1187;p162"/>
          <p:cNvGrpSpPr/>
          <p:nvPr/>
        </p:nvGrpSpPr>
        <p:grpSpPr>
          <a:xfrm>
            <a:off x="304800" y="280416"/>
            <a:ext cx="8610600" cy="3300984"/>
            <a:chOff x="-7614" y="2262407"/>
            <a:chExt cx="8610600" cy="3985993"/>
          </a:xfrm>
        </p:grpSpPr>
        <p:grpSp>
          <p:nvGrpSpPr>
            <p:cNvPr id="1188" name="Google Shape;1188;p162"/>
            <p:cNvGrpSpPr/>
            <p:nvPr/>
          </p:nvGrpSpPr>
          <p:grpSpPr>
            <a:xfrm>
              <a:off x="-7614" y="2829160"/>
              <a:ext cx="8610600" cy="3419240"/>
              <a:chOff x="-312414" y="121134"/>
              <a:chExt cx="8610600" cy="3419240"/>
            </a:xfrm>
          </p:grpSpPr>
          <p:sp>
            <p:nvSpPr>
              <p:cNvPr id="1189" name="Google Shape;1189;p162"/>
              <p:cNvSpPr/>
              <p:nvPr/>
            </p:nvSpPr>
            <p:spPr>
              <a:xfrm>
                <a:off x="-312414" y="121134"/>
                <a:ext cx="8610600" cy="341924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162"/>
              <p:cNvSpPr txBox="1"/>
              <p:nvPr/>
            </p:nvSpPr>
            <p:spPr>
              <a:xfrm>
                <a:off x="-7614" y="364017"/>
                <a:ext cx="7940675" cy="3030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67625" lIns="167625" spcFirstLastPara="1" rIns="167625" wrap="square" tIns="16762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&lt;%=application.setAttribute(“uNm”, “ram”))%&gt;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Arial"/>
                  <a:buNone/>
                </a:pPr>
                <a:r>
                  <a:rPr b="0" i="0" lang="en-US" sz="3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&lt;jsp:forward page=“Page2.jsp”/&gt;</a:t>
                </a:r>
                <a:endParaRPr/>
              </a:p>
            </p:txBody>
          </p:sp>
        </p:grpSp>
        <p:pic>
          <p:nvPicPr>
            <p:cNvPr id="1191" name="Google Shape;1191;p1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1458" y="2262407"/>
              <a:ext cx="2974848" cy="1369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2" name="Google Shape;1192;p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0" y="3462337"/>
            <a:ext cx="7572375" cy="95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3" name="Google Shape;1193;p162"/>
          <p:cNvGrpSpPr/>
          <p:nvPr/>
        </p:nvGrpSpPr>
        <p:grpSpPr>
          <a:xfrm>
            <a:off x="228600" y="3733800"/>
            <a:ext cx="8610600" cy="2971800"/>
            <a:chOff x="-312414" y="365365"/>
            <a:chExt cx="8610600" cy="3175008"/>
          </a:xfrm>
        </p:grpSpPr>
        <p:sp>
          <p:nvSpPr>
            <p:cNvPr id="1194" name="Google Shape;1194;p162"/>
            <p:cNvSpPr/>
            <p:nvPr/>
          </p:nvSpPr>
          <p:spPr>
            <a:xfrm>
              <a:off x="-312414" y="853826"/>
              <a:ext cx="8610600" cy="2686547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2"/>
            <p:cNvSpPr txBox="1"/>
            <p:nvPr/>
          </p:nvSpPr>
          <p:spPr>
            <a:xfrm>
              <a:off x="-7614" y="365365"/>
              <a:ext cx="7940675" cy="30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&lt;html&gt;&lt;body&gt;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User Name : &lt;%=application.getAttribute(“uNm”)%&gt;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&lt;/body&gt;&lt;/html&gt;</a:t>
              </a:r>
              <a:endParaRPr/>
            </a:p>
          </p:txBody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0" name="Google Shape;120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" y="384175"/>
            <a:ext cx="8081962" cy="61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1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5" y="79375"/>
            <a:ext cx="9309100" cy="67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5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Technic">
  <a:themeElements>
    <a:clrScheme name="Technic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